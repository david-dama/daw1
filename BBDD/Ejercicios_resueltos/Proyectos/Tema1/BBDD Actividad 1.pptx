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y="5143500" cx="9144000"/>
  <p:notesSz cx="6858000" cy="9144000"/>
  <p:embeddedFontLst>
    <p:embeddedFont>
      <p:font typeface="Fjalla One"/>
      <p:regular r:id="rId33"/>
    </p:embeddedFont>
    <p:embeddedFont>
      <p:font typeface="Barlow Semi Condensed Medium"/>
      <p:regular r:id="rId34"/>
      <p:bold r:id="rId35"/>
      <p:italic r:id="rId36"/>
      <p:boldItalic r:id="rId37"/>
    </p:embeddedFont>
    <p:embeddedFont>
      <p:font typeface="Lexend Medium"/>
      <p:regular r:id="rId38"/>
      <p:bold r:id="rId39"/>
    </p:embeddedFont>
    <p:embeddedFont>
      <p:font typeface="Barlow Semi Condensed"/>
      <p:regular r:id="rId40"/>
      <p:bold r:id="rId41"/>
      <p:italic r:id="rId42"/>
      <p:boldItalic r:id="rId43"/>
    </p:embeddedFont>
    <p:embeddedFont>
      <p:font typeface="Comfortaa"/>
      <p:regular r:id="rId44"/>
      <p:bold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BarlowSemiCondensed-regular.fntdata"/><Relationship Id="rId20" Type="http://schemas.openxmlformats.org/officeDocument/2006/relationships/slide" Target="slides/slide16.xml"/><Relationship Id="rId42" Type="http://schemas.openxmlformats.org/officeDocument/2006/relationships/font" Target="fonts/BarlowSemiCondensed-italic.fntdata"/><Relationship Id="rId41" Type="http://schemas.openxmlformats.org/officeDocument/2006/relationships/font" Target="fonts/BarlowSemiCondensed-bold.fntdata"/><Relationship Id="rId22" Type="http://schemas.openxmlformats.org/officeDocument/2006/relationships/slide" Target="slides/slide18.xml"/><Relationship Id="rId44" Type="http://schemas.openxmlformats.org/officeDocument/2006/relationships/font" Target="fonts/Comfortaa-regular.fntdata"/><Relationship Id="rId21" Type="http://schemas.openxmlformats.org/officeDocument/2006/relationships/slide" Target="slides/slide17.xml"/><Relationship Id="rId43" Type="http://schemas.openxmlformats.org/officeDocument/2006/relationships/font" Target="fonts/BarlowSemiCondensed-boldItalic.fntdata"/><Relationship Id="rId24" Type="http://schemas.openxmlformats.org/officeDocument/2006/relationships/slide" Target="slides/slide20.xml"/><Relationship Id="rId23" Type="http://schemas.openxmlformats.org/officeDocument/2006/relationships/slide" Target="slides/slide19.xml"/><Relationship Id="rId45" Type="http://schemas.openxmlformats.org/officeDocument/2006/relationships/font" Target="fonts/Comfortaa-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FjallaOne-regular.fntdata"/><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BarlowSemiCondensedMedium-bold.fntdata"/><Relationship Id="rId12" Type="http://schemas.openxmlformats.org/officeDocument/2006/relationships/slide" Target="slides/slide8.xml"/><Relationship Id="rId34" Type="http://schemas.openxmlformats.org/officeDocument/2006/relationships/font" Target="fonts/BarlowSemiCondensedMedium-regular.fntdata"/><Relationship Id="rId15" Type="http://schemas.openxmlformats.org/officeDocument/2006/relationships/slide" Target="slides/slide11.xml"/><Relationship Id="rId37" Type="http://schemas.openxmlformats.org/officeDocument/2006/relationships/font" Target="fonts/BarlowSemiCondensedMedium-boldItalic.fntdata"/><Relationship Id="rId14" Type="http://schemas.openxmlformats.org/officeDocument/2006/relationships/slide" Target="slides/slide10.xml"/><Relationship Id="rId36" Type="http://schemas.openxmlformats.org/officeDocument/2006/relationships/font" Target="fonts/BarlowSemiCondensedMedium-italic.fntdata"/><Relationship Id="rId17" Type="http://schemas.openxmlformats.org/officeDocument/2006/relationships/slide" Target="slides/slide13.xml"/><Relationship Id="rId39" Type="http://schemas.openxmlformats.org/officeDocument/2006/relationships/font" Target="fonts/LexendMedium-bold.fntdata"/><Relationship Id="rId16" Type="http://schemas.openxmlformats.org/officeDocument/2006/relationships/slide" Target="slides/slide12.xml"/><Relationship Id="rId38" Type="http://schemas.openxmlformats.org/officeDocument/2006/relationships/font" Target="fonts/LexendMedium-regular.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2" name="Shape 1682"/>
        <p:cNvGrpSpPr/>
        <p:nvPr/>
      </p:nvGrpSpPr>
      <p:grpSpPr>
        <a:xfrm>
          <a:off x="0" y="0"/>
          <a:ext cx="0" cy="0"/>
          <a:chOff x="0" y="0"/>
          <a:chExt cx="0" cy="0"/>
        </a:xfrm>
      </p:grpSpPr>
      <p:sp>
        <p:nvSpPr>
          <p:cNvPr id="1683" name="Google Shape;16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84" name="Google Shape;16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2" name="Shape 1882"/>
        <p:cNvGrpSpPr/>
        <p:nvPr/>
      </p:nvGrpSpPr>
      <p:grpSpPr>
        <a:xfrm>
          <a:off x="0" y="0"/>
          <a:ext cx="0" cy="0"/>
          <a:chOff x="0" y="0"/>
          <a:chExt cx="0" cy="0"/>
        </a:xfrm>
      </p:grpSpPr>
      <p:sp>
        <p:nvSpPr>
          <p:cNvPr id="1883" name="Google Shape;1883;g384ee9bb23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4" name="Google Shape;1884;g384ee9bb23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9" name="Shape 1899"/>
        <p:cNvGrpSpPr/>
        <p:nvPr/>
      </p:nvGrpSpPr>
      <p:grpSpPr>
        <a:xfrm>
          <a:off x="0" y="0"/>
          <a:ext cx="0" cy="0"/>
          <a:chOff x="0" y="0"/>
          <a:chExt cx="0" cy="0"/>
        </a:xfrm>
      </p:grpSpPr>
      <p:sp>
        <p:nvSpPr>
          <p:cNvPr id="1900" name="Google Shape;1900;g384ee9bb23a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1" name="Google Shape;1901;g384ee9bb23a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5" name="Shape 1905"/>
        <p:cNvGrpSpPr/>
        <p:nvPr/>
      </p:nvGrpSpPr>
      <p:grpSpPr>
        <a:xfrm>
          <a:off x="0" y="0"/>
          <a:ext cx="0" cy="0"/>
          <a:chOff x="0" y="0"/>
          <a:chExt cx="0" cy="0"/>
        </a:xfrm>
      </p:grpSpPr>
      <p:sp>
        <p:nvSpPr>
          <p:cNvPr id="1906" name="Google Shape;1906;g384ee9bb23a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7" name="Google Shape;1907;g384ee9bb23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2" name="Shape 1912"/>
        <p:cNvGrpSpPr/>
        <p:nvPr/>
      </p:nvGrpSpPr>
      <p:grpSpPr>
        <a:xfrm>
          <a:off x="0" y="0"/>
          <a:ext cx="0" cy="0"/>
          <a:chOff x="0" y="0"/>
          <a:chExt cx="0" cy="0"/>
        </a:xfrm>
      </p:grpSpPr>
      <p:sp>
        <p:nvSpPr>
          <p:cNvPr id="1913" name="Google Shape;1913;g384ee9bb23a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4" name="Google Shape;1914;g384ee9bb23a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8" name="Shape 1918"/>
        <p:cNvGrpSpPr/>
        <p:nvPr/>
      </p:nvGrpSpPr>
      <p:grpSpPr>
        <a:xfrm>
          <a:off x="0" y="0"/>
          <a:ext cx="0" cy="0"/>
          <a:chOff x="0" y="0"/>
          <a:chExt cx="0" cy="0"/>
        </a:xfrm>
      </p:grpSpPr>
      <p:sp>
        <p:nvSpPr>
          <p:cNvPr id="1919" name="Google Shape;1919;g384ee9bb23a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0" name="Google Shape;1920;g384ee9bb23a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4" name="Shape 1924"/>
        <p:cNvGrpSpPr/>
        <p:nvPr/>
      </p:nvGrpSpPr>
      <p:grpSpPr>
        <a:xfrm>
          <a:off x="0" y="0"/>
          <a:ext cx="0" cy="0"/>
          <a:chOff x="0" y="0"/>
          <a:chExt cx="0" cy="0"/>
        </a:xfrm>
      </p:grpSpPr>
      <p:sp>
        <p:nvSpPr>
          <p:cNvPr id="1925" name="Google Shape;1925;g384ee9bb23a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6" name="Google Shape;1926;g384ee9bb23a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0" name="Shape 1930"/>
        <p:cNvGrpSpPr/>
        <p:nvPr/>
      </p:nvGrpSpPr>
      <p:grpSpPr>
        <a:xfrm>
          <a:off x="0" y="0"/>
          <a:ext cx="0" cy="0"/>
          <a:chOff x="0" y="0"/>
          <a:chExt cx="0" cy="0"/>
        </a:xfrm>
      </p:grpSpPr>
      <p:sp>
        <p:nvSpPr>
          <p:cNvPr id="1931" name="Google Shape;1931;g384ee9bb23a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2" name="Google Shape;1932;g384ee9bb23a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7" name="Shape 1937"/>
        <p:cNvGrpSpPr/>
        <p:nvPr/>
      </p:nvGrpSpPr>
      <p:grpSpPr>
        <a:xfrm>
          <a:off x="0" y="0"/>
          <a:ext cx="0" cy="0"/>
          <a:chOff x="0" y="0"/>
          <a:chExt cx="0" cy="0"/>
        </a:xfrm>
      </p:grpSpPr>
      <p:sp>
        <p:nvSpPr>
          <p:cNvPr id="1938" name="Google Shape;1938;g384ee9bb23a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9" name="Google Shape;1939;g384ee9bb23a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3" name="Shape 1943"/>
        <p:cNvGrpSpPr/>
        <p:nvPr/>
      </p:nvGrpSpPr>
      <p:grpSpPr>
        <a:xfrm>
          <a:off x="0" y="0"/>
          <a:ext cx="0" cy="0"/>
          <a:chOff x="0" y="0"/>
          <a:chExt cx="0" cy="0"/>
        </a:xfrm>
      </p:grpSpPr>
      <p:sp>
        <p:nvSpPr>
          <p:cNvPr id="1944" name="Google Shape;1944;g388db0f54a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5" name="Google Shape;1945;g388db0f54a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3" name="Shape 1953"/>
        <p:cNvGrpSpPr/>
        <p:nvPr/>
      </p:nvGrpSpPr>
      <p:grpSpPr>
        <a:xfrm>
          <a:off x="0" y="0"/>
          <a:ext cx="0" cy="0"/>
          <a:chOff x="0" y="0"/>
          <a:chExt cx="0" cy="0"/>
        </a:xfrm>
      </p:grpSpPr>
      <p:sp>
        <p:nvSpPr>
          <p:cNvPr id="1954" name="Google Shape;1954;g384ee9bb23a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5" name="Google Shape;1955;g384ee9bb23a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8" name="Shape 1958"/>
        <p:cNvGrpSpPr/>
        <p:nvPr/>
      </p:nvGrpSpPr>
      <p:grpSpPr>
        <a:xfrm>
          <a:off x="0" y="0"/>
          <a:ext cx="0" cy="0"/>
          <a:chOff x="0" y="0"/>
          <a:chExt cx="0" cy="0"/>
        </a:xfrm>
      </p:grpSpPr>
      <p:sp>
        <p:nvSpPr>
          <p:cNvPr id="1959" name="Google Shape;1959;g388db0f54a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0" name="Google Shape;1960;g388db0f54a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3" name="Shape 1963"/>
        <p:cNvGrpSpPr/>
        <p:nvPr/>
      </p:nvGrpSpPr>
      <p:grpSpPr>
        <a:xfrm>
          <a:off x="0" y="0"/>
          <a:ext cx="0" cy="0"/>
          <a:chOff x="0" y="0"/>
          <a:chExt cx="0" cy="0"/>
        </a:xfrm>
      </p:grpSpPr>
      <p:sp>
        <p:nvSpPr>
          <p:cNvPr id="1964" name="Google Shape;1964;g388db0f54a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5" name="Google Shape;1965;g388db0f54a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8" name="Shape 1968"/>
        <p:cNvGrpSpPr/>
        <p:nvPr/>
      </p:nvGrpSpPr>
      <p:grpSpPr>
        <a:xfrm>
          <a:off x="0" y="0"/>
          <a:ext cx="0" cy="0"/>
          <a:chOff x="0" y="0"/>
          <a:chExt cx="0" cy="0"/>
        </a:xfrm>
      </p:grpSpPr>
      <p:sp>
        <p:nvSpPr>
          <p:cNvPr id="1969" name="Google Shape;1969;g384ee9bb23a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0" name="Google Shape;1970;g384ee9bb23a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4" name="Shape 1974"/>
        <p:cNvGrpSpPr/>
        <p:nvPr/>
      </p:nvGrpSpPr>
      <p:grpSpPr>
        <a:xfrm>
          <a:off x="0" y="0"/>
          <a:ext cx="0" cy="0"/>
          <a:chOff x="0" y="0"/>
          <a:chExt cx="0" cy="0"/>
        </a:xfrm>
      </p:grpSpPr>
      <p:sp>
        <p:nvSpPr>
          <p:cNvPr id="1975" name="Google Shape;1975;g388db0f54a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6" name="Google Shape;1976;g388db0f54a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0" name="Shape 1980"/>
        <p:cNvGrpSpPr/>
        <p:nvPr/>
      </p:nvGrpSpPr>
      <p:grpSpPr>
        <a:xfrm>
          <a:off x="0" y="0"/>
          <a:ext cx="0" cy="0"/>
          <a:chOff x="0" y="0"/>
          <a:chExt cx="0" cy="0"/>
        </a:xfrm>
      </p:grpSpPr>
      <p:sp>
        <p:nvSpPr>
          <p:cNvPr id="1981" name="Google Shape;1981;g388db0f54a2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2" name="Google Shape;1982;g388db0f54a2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5" name="Shape 1985"/>
        <p:cNvGrpSpPr/>
        <p:nvPr/>
      </p:nvGrpSpPr>
      <p:grpSpPr>
        <a:xfrm>
          <a:off x="0" y="0"/>
          <a:ext cx="0" cy="0"/>
          <a:chOff x="0" y="0"/>
          <a:chExt cx="0" cy="0"/>
        </a:xfrm>
      </p:grpSpPr>
      <p:sp>
        <p:nvSpPr>
          <p:cNvPr id="1986" name="Google Shape;1986;g388db0f54a2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7" name="Google Shape;1987;g388db0f54a2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5" name="Shape 2005"/>
        <p:cNvGrpSpPr/>
        <p:nvPr/>
      </p:nvGrpSpPr>
      <p:grpSpPr>
        <a:xfrm>
          <a:off x="0" y="0"/>
          <a:ext cx="0" cy="0"/>
          <a:chOff x="0" y="0"/>
          <a:chExt cx="0" cy="0"/>
        </a:xfrm>
      </p:grpSpPr>
      <p:sp>
        <p:nvSpPr>
          <p:cNvPr id="2006" name="Google Shape;2006;g388db0f54a2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7" name="Google Shape;2007;g388db0f54a2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1" name="Shape 2011"/>
        <p:cNvGrpSpPr/>
        <p:nvPr/>
      </p:nvGrpSpPr>
      <p:grpSpPr>
        <a:xfrm>
          <a:off x="0" y="0"/>
          <a:ext cx="0" cy="0"/>
          <a:chOff x="0" y="0"/>
          <a:chExt cx="0" cy="0"/>
        </a:xfrm>
      </p:grpSpPr>
      <p:sp>
        <p:nvSpPr>
          <p:cNvPr id="2012" name="Google Shape;2012;g384ee9bb23a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3" name="Google Shape;2013;g384ee9bb23a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7" name="Shape 2017"/>
        <p:cNvGrpSpPr/>
        <p:nvPr/>
      </p:nvGrpSpPr>
      <p:grpSpPr>
        <a:xfrm>
          <a:off x="0" y="0"/>
          <a:ext cx="0" cy="0"/>
          <a:chOff x="0" y="0"/>
          <a:chExt cx="0" cy="0"/>
        </a:xfrm>
      </p:grpSpPr>
      <p:sp>
        <p:nvSpPr>
          <p:cNvPr id="2018" name="Google Shape;2018;g388db0f54a2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9" name="Google Shape;2019;g388db0f54a2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3" name="Shape 2023"/>
        <p:cNvGrpSpPr/>
        <p:nvPr/>
      </p:nvGrpSpPr>
      <p:grpSpPr>
        <a:xfrm>
          <a:off x="0" y="0"/>
          <a:ext cx="0" cy="0"/>
          <a:chOff x="0" y="0"/>
          <a:chExt cx="0" cy="0"/>
        </a:xfrm>
      </p:grpSpPr>
      <p:sp>
        <p:nvSpPr>
          <p:cNvPr id="2024" name="Google Shape;2024;g388db0f54a2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5" name="Google Shape;2025;g388db0f54a2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0" name="Shape 2030"/>
        <p:cNvGrpSpPr/>
        <p:nvPr/>
      </p:nvGrpSpPr>
      <p:grpSpPr>
        <a:xfrm>
          <a:off x="0" y="0"/>
          <a:ext cx="0" cy="0"/>
          <a:chOff x="0" y="0"/>
          <a:chExt cx="0" cy="0"/>
        </a:xfrm>
      </p:grpSpPr>
      <p:sp>
        <p:nvSpPr>
          <p:cNvPr id="2031" name="Google Shape;2031;g384ee9bb23a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2" name="Google Shape;2032;g384ee9bb23a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6" name="Shape 2036"/>
        <p:cNvGrpSpPr/>
        <p:nvPr/>
      </p:nvGrpSpPr>
      <p:grpSpPr>
        <a:xfrm>
          <a:off x="0" y="0"/>
          <a:ext cx="0" cy="0"/>
          <a:chOff x="0" y="0"/>
          <a:chExt cx="0" cy="0"/>
        </a:xfrm>
      </p:grpSpPr>
      <p:sp>
        <p:nvSpPr>
          <p:cNvPr id="2037" name="Google Shape;2037;g388db0f54a2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8" name="Google Shape;2038;g388db0f54a2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2" name="Shape 2042"/>
        <p:cNvGrpSpPr/>
        <p:nvPr/>
      </p:nvGrpSpPr>
      <p:grpSpPr>
        <a:xfrm>
          <a:off x="0" y="0"/>
          <a:ext cx="0" cy="0"/>
          <a:chOff x="0" y="0"/>
          <a:chExt cx="0" cy="0"/>
        </a:xfrm>
      </p:grpSpPr>
      <p:sp>
        <p:nvSpPr>
          <p:cNvPr id="2043" name="Google Shape;2043;g388db0f54a2_1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4" name="Google Shape;2044;g388db0f54a2_1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8" name="Shape 2048"/>
        <p:cNvGrpSpPr/>
        <p:nvPr/>
      </p:nvGrpSpPr>
      <p:grpSpPr>
        <a:xfrm>
          <a:off x="0" y="0"/>
          <a:ext cx="0" cy="0"/>
          <a:chOff x="0" y="0"/>
          <a:chExt cx="0" cy="0"/>
        </a:xfrm>
      </p:grpSpPr>
      <p:sp>
        <p:nvSpPr>
          <p:cNvPr id="2049" name="Google Shape;2049;g388db0f54a2_1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0" name="Google Shape;2050;g388db0f54a2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4" name="Shape 2054"/>
        <p:cNvGrpSpPr/>
        <p:nvPr/>
      </p:nvGrpSpPr>
      <p:grpSpPr>
        <a:xfrm>
          <a:off x="0" y="0"/>
          <a:ext cx="0" cy="0"/>
          <a:chOff x="0" y="0"/>
          <a:chExt cx="0" cy="0"/>
        </a:xfrm>
      </p:grpSpPr>
      <p:sp>
        <p:nvSpPr>
          <p:cNvPr id="2055" name="Google Shape;2055;g384ee9bb23a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6" name="Google Shape;2056;g384ee9bb23a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0" name="Shape 2060"/>
        <p:cNvGrpSpPr/>
        <p:nvPr/>
      </p:nvGrpSpPr>
      <p:grpSpPr>
        <a:xfrm>
          <a:off x="0" y="0"/>
          <a:ext cx="0" cy="0"/>
          <a:chOff x="0" y="0"/>
          <a:chExt cx="0" cy="0"/>
        </a:xfrm>
      </p:grpSpPr>
      <p:sp>
        <p:nvSpPr>
          <p:cNvPr id="2061" name="Google Shape;2061;g384ee9bb23a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2" name="Google Shape;2062;g384ee9bb23a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6" name="Shape 2066"/>
        <p:cNvGrpSpPr/>
        <p:nvPr/>
      </p:nvGrpSpPr>
      <p:grpSpPr>
        <a:xfrm>
          <a:off x="0" y="0"/>
          <a:ext cx="0" cy="0"/>
          <a:chOff x="0" y="0"/>
          <a:chExt cx="0" cy="0"/>
        </a:xfrm>
      </p:grpSpPr>
      <p:sp>
        <p:nvSpPr>
          <p:cNvPr id="2067" name="Google Shape;2067;g388db0f54a2_1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8" name="Google Shape;2068;g388db0f54a2_1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 Id="rId5" Type="http://schemas.openxmlformats.org/officeDocument/2006/relationships/hyperlink" Target="https://stories.freepik.com/"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 name="Shape 7"/>
        <p:cNvGrpSpPr/>
        <p:nvPr/>
      </p:nvGrpSpPr>
      <p:grpSpPr>
        <a:xfrm>
          <a:off x="0" y="0"/>
          <a:ext cx="0" cy="0"/>
          <a:chOff x="0" y="0"/>
          <a:chExt cx="0" cy="0"/>
        </a:xfrm>
      </p:grpSpPr>
      <p:sp>
        <p:nvSpPr>
          <p:cNvPr id="8" name="Google Shape;8;p2"/>
          <p:cNvSpPr txBox="1"/>
          <p:nvPr>
            <p:ph type="ctrTitle"/>
          </p:nvPr>
        </p:nvSpPr>
        <p:spPr>
          <a:xfrm>
            <a:off x="5248656" y="2002536"/>
            <a:ext cx="3264300" cy="1792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5200"/>
              <a:buNone/>
              <a:defRPr sz="5200"/>
            </a:lvl1pPr>
            <a:lvl2pPr lvl="1" rtl="0" algn="r">
              <a:spcBef>
                <a:spcPts val="0"/>
              </a:spcBef>
              <a:spcAft>
                <a:spcPts val="0"/>
              </a:spcAft>
              <a:buSzPts val="5200"/>
              <a:buNone/>
              <a:defRPr sz="5200"/>
            </a:lvl2pPr>
            <a:lvl3pPr lvl="2" rtl="0" algn="r">
              <a:spcBef>
                <a:spcPts val="0"/>
              </a:spcBef>
              <a:spcAft>
                <a:spcPts val="0"/>
              </a:spcAft>
              <a:buSzPts val="5200"/>
              <a:buNone/>
              <a:defRPr sz="5200"/>
            </a:lvl3pPr>
            <a:lvl4pPr lvl="3" rtl="0" algn="r">
              <a:spcBef>
                <a:spcPts val="0"/>
              </a:spcBef>
              <a:spcAft>
                <a:spcPts val="0"/>
              </a:spcAft>
              <a:buSzPts val="5200"/>
              <a:buNone/>
              <a:defRPr sz="5200"/>
            </a:lvl4pPr>
            <a:lvl5pPr lvl="4" rtl="0" algn="r">
              <a:spcBef>
                <a:spcPts val="0"/>
              </a:spcBef>
              <a:spcAft>
                <a:spcPts val="0"/>
              </a:spcAft>
              <a:buSzPts val="5200"/>
              <a:buNone/>
              <a:defRPr sz="5200"/>
            </a:lvl5pPr>
            <a:lvl6pPr lvl="5" rtl="0" algn="r">
              <a:spcBef>
                <a:spcPts val="0"/>
              </a:spcBef>
              <a:spcAft>
                <a:spcPts val="0"/>
              </a:spcAft>
              <a:buSzPts val="5200"/>
              <a:buNone/>
              <a:defRPr sz="5200"/>
            </a:lvl6pPr>
            <a:lvl7pPr lvl="6" rtl="0" algn="r">
              <a:spcBef>
                <a:spcPts val="0"/>
              </a:spcBef>
              <a:spcAft>
                <a:spcPts val="0"/>
              </a:spcAft>
              <a:buSzPts val="5200"/>
              <a:buNone/>
              <a:defRPr sz="5200"/>
            </a:lvl7pPr>
            <a:lvl8pPr lvl="7" rtl="0" algn="r">
              <a:spcBef>
                <a:spcPts val="0"/>
              </a:spcBef>
              <a:spcAft>
                <a:spcPts val="0"/>
              </a:spcAft>
              <a:buSzPts val="5200"/>
              <a:buNone/>
              <a:defRPr sz="5200"/>
            </a:lvl8pPr>
            <a:lvl9pPr lvl="8" rtl="0" algn="r">
              <a:spcBef>
                <a:spcPts val="0"/>
              </a:spcBef>
              <a:spcAft>
                <a:spcPts val="0"/>
              </a:spcAft>
              <a:buSzPts val="5200"/>
              <a:buNone/>
              <a:defRPr sz="5200"/>
            </a:lvl9pPr>
          </a:lstStyle>
          <a:p/>
        </p:txBody>
      </p:sp>
      <p:sp>
        <p:nvSpPr>
          <p:cNvPr id="9" name="Google Shape;9;p2"/>
          <p:cNvSpPr txBox="1"/>
          <p:nvPr>
            <p:ph idx="1" type="subTitle"/>
          </p:nvPr>
        </p:nvSpPr>
        <p:spPr>
          <a:xfrm>
            <a:off x="5248656" y="3721608"/>
            <a:ext cx="3264300" cy="896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1pPr>
            <a:lvl2pPr lvl="1"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2pPr>
            <a:lvl3pPr lvl="2"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3pPr>
            <a:lvl4pPr lvl="3"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4pPr>
            <a:lvl5pPr lvl="4"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5pPr>
            <a:lvl6pPr lvl="5"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6pPr>
            <a:lvl7pPr lvl="6"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7pPr>
            <a:lvl8pPr lvl="7"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8pPr>
            <a:lvl9pPr lvl="8"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9pPr>
          </a:lstStyle>
          <a:p/>
        </p:txBody>
      </p:sp>
      <p:cxnSp>
        <p:nvCxnSpPr>
          <p:cNvPr id="10" name="Google Shape;10;p2"/>
          <p:cNvCxnSpPr/>
          <p:nvPr/>
        </p:nvCxnSpPr>
        <p:spPr>
          <a:xfrm flipH="1">
            <a:off x="5827050" y="451300"/>
            <a:ext cx="1672500" cy="126000"/>
          </a:xfrm>
          <a:prstGeom prst="straightConnector1">
            <a:avLst/>
          </a:prstGeom>
          <a:noFill/>
          <a:ln cap="flat" cmpd="sng" w="9525">
            <a:solidFill>
              <a:schemeClr val="dk1"/>
            </a:solidFill>
            <a:prstDash val="solid"/>
            <a:round/>
            <a:headEnd len="med" w="med" type="none"/>
            <a:tailEnd len="med" w="med" type="none"/>
          </a:ln>
        </p:spPr>
      </p:cxnSp>
      <p:cxnSp>
        <p:nvCxnSpPr>
          <p:cNvPr id="11" name="Google Shape;11;p2"/>
          <p:cNvCxnSpPr/>
          <p:nvPr/>
        </p:nvCxnSpPr>
        <p:spPr>
          <a:xfrm rot="10800000">
            <a:off x="7512925" y="457850"/>
            <a:ext cx="829500" cy="743400"/>
          </a:xfrm>
          <a:prstGeom prst="straightConnector1">
            <a:avLst/>
          </a:prstGeom>
          <a:noFill/>
          <a:ln cap="flat" cmpd="sng" w="9525">
            <a:solidFill>
              <a:schemeClr val="dk1"/>
            </a:solidFill>
            <a:prstDash val="solid"/>
            <a:round/>
            <a:headEnd len="med" w="med" type="none"/>
            <a:tailEnd len="med" w="med" type="none"/>
          </a:ln>
        </p:spPr>
      </p:cxnSp>
      <p:cxnSp>
        <p:nvCxnSpPr>
          <p:cNvPr id="12" name="Google Shape;12;p2"/>
          <p:cNvCxnSpPr/>
          <p:nvPr/>
        </p:nvCxnSpPr>
        <p:spPr>
          <a:xfrm flipH="1">
            <a:off x="8348975" y="-6625"/>
            <a:ext cx="796500" cy="1188000"/>
          </a:xfrm>
          <a:prstGeom prst="straightConnector1">
            <a:avLst/>
          </a:prstGeom>
          <a:noFill/>
          <a:ln cap="flat" cmpd="sng" w="9525">
            <a:solidFill>
              <a:schemeClr val="dk1"/>
            </a:solidFill>
            <a:prstDash val="solid"/>
            <a:round/>
            <a:headEnd len="med" w="med" type="none"/>
            <a:tailEnd len="med" w="med" type="none"/>
          </a:ln>
        </p:spPr>
      </p:cxnSp>
      <p:grpSp>
        <p:nvGrpSpPr>
          <p:cNvPr id="13" name="Google Shape;13;p2"/>
          <p:cNvGrpSpPr/>
          <p:nvPr/>
        </p:nvGrpSpPr>
        <p:grpSpPr>
          <a:xfrm>
            <a:off x="8064275" y="887850"/>
            <a:ext cx="581800" cy="582350"/>
            <a:chOff x="8064275" y="887850"/>
            <a:chExt cx="581800" cy="582350"/>
          </a:xfrm>
        </p:grpSpPr>
        <p:sp>
          <p:nvSpPr>
            <p:cNvPr id="14" name="Google Shape;14;p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 name="Google Shape;20;p2"/>
          <p:cNvGrpSpPr/>
          <p:nvPr/>
        </p:nvGrpSpPr>
        <p:grpSpPr>
          <a:xfrm>
            <a:off x="7353050" y="316275"/>
            <a:ext cx="292025" cy="292575"/>
            <a:chOff x="7353050" y="316275"/>
            <a:chExt cx="292025" cy="292575"/>
          </a:xfrm>
        </p:grpSpPr>
        <p:sp>
          <p:nvSpPr>
            <p:cNvPr id="21" name="Google Shape;21;p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 name="Google Shape;25;p2"/>
          <p:cNvSpPr/>
          <p:nvPr/>
        </p:nvSpPr>
        <p:spPr>
          <a:xfrm>
            <a:off x="5690580" y="4258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5688325" y="4232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5727069" y="4623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5724827" y="4597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5766657" y="5018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5764415" y="4996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 name="Google Shape;31;p2"/>
          <p:cNvGrpSpPr/>
          <p:nvPr/>
        </p:nvGrpSpPr>
        <p:grpSpPr>
          <a:xfrm>
            <a:off x="5443350" y="289275"/>
            <a:ext cx="175013" cy="27000"/>
            <a:chOff x="5662375" y="212375"/>
            <a:chExt cx="175013" cy="27000"/>
          </a:xfrm>
        </p:grpSpPr>
        <p:sp>
          <p:nvSpPr>
            <p:cNvPr id="32" name="Google Shape;32;p2"/>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 name="Google Shape;35;p2"/>
          <p:cNvGrpSpPr/>
          <p:nvPr/>
        </p:nvGrpSpPr>
        <p:grpSpPr>
          <a:xfrm>
            <a:off x="8490050" y="170875"/>
            <a:ext cx="175013" cy="27000"/>
            <a:chOff x="5662375" y="212375"/>
            <a:chExt cx="175013" cy="27000"/>
          </a:xfrm>
        </p:grpSpPr>
        <p:sp>
          <p:nvSpPr>
            <p:cNvPr id="36" name="Google Shape;36;p2"/>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 name="Google Shape;39;p2"/>
          <p:cNvGrpSpPr/>
          <p:nvPr/>
        </p:nvGrpSpPr>
        <p:grpSpPr>
          <a:xfrm>
            <a:off x="8068750" y="1581800"/>
            <a:ext cx="175013" cy="27000"/>
            <a:chOff x="5662375" y="212375"/>
            <a:chExt cx="175013" cy="27000"/>
          </a:xfrm>
        </p:grpSpPr>
        <p:sp>
          <p:nvSpPr>
            <p:cNvPr id="40" name="Google Shape;40;p2"/>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 name="Shape 43"/>
        <p:cNvGrpSpPr/>
        <p:nvPr/>
      </p:nvGrpSpPr>
      <p:grpSpPr>
        <a:xfrm>
          <a:off x="0" y="0"/>
          <a:ext cx="0" cy="0"/>
          <a:chOff x="0" y="0"/>
          <a:chExt cx="0" cy="0"/>
        </a:xfrm>
      </p:grpSpPr>
      <p:grpSp>
        <p:nvGrpSpPr>
          <p:cNvPr id="44" name="Google Shape;44;p3"/>
          <p:cNvGrpSpPr/>
          <p:nvPr/>
        </p:nvGrpSpPr>
        <p:grpSpPr>
          <a:xfrm>
            <a:off x="2132649" y="713253"/>
            <a:ext cx="4878702" cy="3717004"/>
            <a:chOff x="399425" y="238125"/>
            <a:chExt cx="6810025" cy="5187000"/>
          </a:xfrm>
        </p:grpSpPr>
        <p:sp>
          <p:nvSpPr>
            <p:cNvPr id="45" name="Google Shape;45;p3"/>
            <p:cNvSpPr/>
            <p:nvPr/>
          </p:nvSpPr>
          <p:spPr>
            <a:xfrm>
              <a:off x="399425" y="238325"/>
              <a:ext cx="6810025" cy="5186100"/>
            </a:xfrm>
            <a:custGeom>
              <a:rect b="b" l="l" r="r" t="t"/>
              <a:pathLst>
                <a:path extrusionOk="0" h="207444" w="272401">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491875" y="238125"/>
              <a:ext cx="6575225" cy="5187000"/>
            </a:xfrm>
            <a:custGeom>
              <a:rect b="b" l="l" r="r" t="t"/>
              <a:pathLst>
                <a:path extrusionOk="0" h="207480" w="263009">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2971800" y="2231136"/>
            <a:ext cx="3200400" cy="804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8" name="Google Shape;48;p3"/>
          <p:cNvSpPr txBox="1"/>
          <p:nvPr>
            <p:ph hasCustomPrompt="1" idx="2" type="title"/>
          </p:nvPr>
        </p:nvSpPr>
        <p:spPr>
          <a:xfrm>
            <a:off x="2971800" y="1161288"/>
            <a:ext cx="2967600" cy="106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9600"/>
              <a:buNone/>
              <a:defRPr sz="96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49" name="Google Shape;49;p3"/>
          <p:cNvSpPr txBox="1"/>
          <p:nvPr>
            <p:ph idx="1" type="subTitle"/>
          </p:nvPr>
        </p:nvSpPr>
        <p:spPr>
          <a:xfrm>
            <a:off x="2973225" y="2999232"/>
            <a:ext cx="3200400" cy="6858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grpSp>
        <p:nvGrpSpPr>
          <p:cNvPr id="50" name="Google Shape;50;p3"/>
          <p:cNvGrpSpPr/>
          <p:nvPr/>
        </p:nvGrpSpPr>
        <p:grpSpPr>
          <a:xfrm>
            <a:off x="432850" y="0"/>
            <a:ext cx="8278300" cy="5165700"/>
            <a:chOff x="432850" y="0"/>
            <a:chExt cx="8278300" cy="5165700"/>
          </a:xfrm>
        </p:grpSpPr>
        <p:cxnSp>
          <p:nvCxnSpPr>
            <p:cNvPr id="51" name="Google Shape;51;p3"/>
            <p:cNvCxnSpPr/>
            <p:nvPr/>
          </p:nvCxnSpPr>
          <p:spPr>
            <a:xfrm rot="10800000">
              <a:off x="8420275" y="2664300"/>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52" name="Google Shape;52;p3"/>
            <p:cNvGrpSpPr/>
            <p:nvPr/>
          </p:nvGrpSpPr>
          <p:grpSpPr>
            <a:xfrm>
              <a:off x="8129350" y="4292175"/>
              <a:ext cx="581800" cy="582350"/>
              <a:chOff x="8064275" y="887850"/>
              <a:chExt cx="581800" cy="582350"/>
            </a:xfrm>
          </p:grpSpPr>
          <p:sp>
            <p:nvSpPr>
              <p:cNvPr id="53" name="Google Shape;53;p3"/>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 name="Google Shape;59;p3"/>
            <p:cNvGrpSpPr/>
            <p:nvPr/>
          </p:nvGrpSpPr>
          <p:grpSpPr>
            <a:xfrm>
              <a:off x="8274238" y="3720600"/>
              <a:ext cx="292025" cy="292575"/>
              <a:chOff x="7353050" y="316275"/>
              <a:chExt cx="292025" cy="292575"/>
            </a:xfrm>
          </p:grpSpPr>
          <p:sp>
            <p:nvSpPr>
              <p:cNvPr id="60" name="Google Shape;60;p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 name="Google Shape;64;p3"/>
            <p:cNvGrpSpPr/>
            <p:nvPr/>
          </p:nvGrpSpPr>
          <p:grpSpPr>
            <a:xfrm>
              <a:off x="8332763" y="3212475"/>
              <a:ext cx="175000" cy="175000"/>
              <a:chOff x="8792300" y="321275"/>
              <a:chExt cx="175000" cy="175000"/>
            </a:xfrm>
          </p:grpSpPr>
          <p:sp>
            <p:nvSpPr>
              <p:cNvPr id="65" name="Google Shape;65;p3"/>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69" name="Google Shape;69;p3"/>
            <p:cNvCxnSpPr/>
            <p:nvPr/>
          </p:nvCxnSpPr>
          <p:spPr>
            <a:xfrm>
              <a:off x="723725" y="613"/>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70" name="Google Shape;70;p3"/>
            <p:cNvGrpSpPr/>
            <p:nvPr/>
          </p:nvGrpSpPr>
          <p:grpSpPr>
            <a:xfrm rot="10800000">
              <a:off x="432850" y="291788"/>
              <a:ext cx="581800" cy="582350"/>
              <a:chOff x="8064275" y="887850"/>
              <a:chExt cx="581800" cy="582350"/>
            </a:xfrm>
          </p:grpSpPr>
          <p:sp>
            <p:nvSpPr>
              <p:cNvPr id="71" name="Google Shape;71;p3"/>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 name="Google Shape;77;p3"/>
            <p:cNvGrpSpPr/>
            <p:nvPr/>
          </p:nvGrpSpPr>
          <p:grpSpPr>
            <a:xfrm rot="10800000">
              <a:off x="577738" y="1153138"/>
              <a:ext cx="292025" cy="292575"/>
              <a:chOff x="7353050" y="316275"/>
              <a:chExt cx="292025" cy="292575"/>
            </a:xfrm>
          </p:grpSpPr>
          <p:sp>
            <p:nvSpPr>
              <p:cNvPr id="78" name="Google Shape;78;p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 name="Google Shape;82;p3"/>
            <p:cNvGrpSpPr/>
            <p:nvPr/>
          </p:nvGrpSpPr>
          <p:grpSpPr>
            <a:xfrm rot="10800000">
              <a:off x="636238" y="1778838"/>
              <a:ext cx="175000" cy="175000"/>
              <a:chOff x="8792300" y="321275"/>
              <a:chExt cx="175000" cy="175000"/>
            </a:xfrm>
          </p:grpSpPr>
          <p:sp>
            <p:nvSpPr>
              <p:cNvPr id="83" name="Google Shape;83;p3"/>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 name="Google Shape;87;p3"/>
            <p:cNvGrpSpPr/>
            <p:nvPr/>
          </p:nvGrpSpPr>
          <p:grpSpPr>
            <a:xfrm>
              <a:off x="432850" y="2003163"/>
              <a:ext cx="175013" cy="27000"/>
              <a:chOff x="5662375" y="212375"/>
              <a:chExt cx="175013" cy="27000"/>
            </a:xfrm>
          </p:grpSpPr>
          <p:sp>
            <p:nvSpPr>
              <p:cNvPr id="88" name="Google Shape;88;p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 name="Google Shape;91;p3"/>
            <p:cNvGrpSpPr/>
            <p:nvPr/>
          </p:nvGrpSpPr>
          <p:grpSpPr>
            <a:xfrm>
              <a:off x="788100" y="208488"/>
              <a:ext cx="175013" cy="27000"/>
              <a:chOff x="5662375" y="212375"/>
              <a:chExt cx="175013" cy="27000"/>
            </a:xfrm>
          </p:grpSpPr>
          <p:sp>
            <p:nvSpPr>
              <p:cNvPr id="92" name="Google Shape;92;p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 name="Google Shape;95;p3"/>
            <p:cNvGrpSpPr/>
            <p:nvPr/>
          </p:nvGrpSpPr>
          <p:grpSpPr>
            <a:xfrm>
              <a:off x="8129350" y="4988725"/>
              <a:ext cx="175013" cy="27000"/>
              <a:chOff x="5662375" y="212375"/>
              <a:chExt cx="175013" cy="27000"/>
            </a:xfrm>
          </p:grpSpPr>
          <p:sp>
            <p:nvSpPr>
              <p:cNvPr id="96" name="Google Shape;96;p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 name="Google Shape;99;p3"/>
            <p:cNvGrpSpPr/>
            <p:nvPr/>
          </p:nvGrpSpPr>
          <p:grpSpPr>
            <a:xfrm>
              <a:off x="8497550" y="3429425"/>
              <a:ext cx="175013" cy="27000"/>
              <a:chOff x="5662375" y="212375"/>
              <a:chExt cx="175013" cy="27000"/>
            </a:xfrm>
          </p:grpSpPr>
          <p:sp>
            <p:nvSpPr>
              <p:cNvPr id="100" name="Google Shape;100;p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03" name="Google Shape;103;p3"/>
            <p:cNvCxnSpPr/>
            <p:nvPr/>
          </p:nvCxnSpPr>
          <p:spPr>
            <a:xfrm>
              <a:off x="8407225" y="0"/>
              <a:ext cx="0" cy="2160900"/>
            </a:xfrm>
            <a:prstGeom prst="straightConnector1">
              <a:avLst/>
            </a:prstGeom>
            <a:noFill/>
            <a:ln cap="flat" cmpd="sng" w="9525">
              <a:solidFill>
                <a:schemeClr val="dk1"/>
              </a:solidFill>
              <a:prstDash val="solid"/>
              <a:round/>
              <a:headEnd len="med" w="med" type="none"/>
              <a:tailEnd len="med" w="med" type="none"/>
            </a:ln>
          </p:spPr>
        </p:cxnSp>
        <p:cxnSp>
          <p:nvCxnSpPr>
            <p:cNvPr id="104" name="Google Shape;104;p3"/>
            <p:cNvCxnSpPr/>
            <p:nvPr/>
          </p:nvCxnSpPr>
          <p:spPr>
            <a:xfrm>
              <a:off x="718025" y="2985634"/>
              <a:ext cx="0" cy="2160900"/>
            </a:xfrm>
            <a:prstGeom prst="straightConnector1">
              <a:avLst/>
            </a:prstGeom>
            <a:noFill/>
            <a:ln cap="flat" cmpd="sng" w="9525">
              <a:solidFill>
                <a:schemeClr val="dk1"/>
              </a:solidFill>
              <a:prstDash val="solid"/>
              <a:round/>
              <a:headEnd len="med" w="med" type="none"/>
              <a:tailEnd len="med" w="med" type="none"/>
            </a:ln>
          </p:spPr>
        </p:cxnSp>
        <p:sp>
          <p:nvSpPr>
            <p:cNvPr id="105" name="Google Shape;105;p3"/>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9" name="Shape 109"/>
        <p:cNvGrpSpPr/>
        <p:nvPr/>
      </p:nvGrpSpPr>
      <p:grpSpPr>
        <a:xfrm>
          <a:off x="0" y="0"/>
          <a:ext cx="0" cy="0"/>
          <a:chOff x="0" y="0"/>
          <a:chExt cx="0" cy="0"/>
        </a:xfrm>
      </p:grpSpPr>
      <p:sp>
        <p:nvSpPr>
          <p:cNvPr id="110" name="Google Shape;110;p4"/>
          <p:cNvSpPr txBox="1"/>
          <p:nvPr>
            <p:ph idx="1" type="subTitle"/>
          </p:nvPr>
        </p:nvSpPr>
        <p:spPr>
          <a:xfrm>
            <a:off x="2167128" y="3054096"/>
            <a:ext cx="4809600" cy="11340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grpSp>
        <p:nvGrpSpPr>
          <p:cNvPr id="111" name="Google Shape;111;p4"/>
          <p:cNvGrpSpPr/>
          <p:nvPr/>
        </p:nvGrpSpPr>
        <p:grpSpPr>
          <a:xfrm>
            <a:off x="4484494" y="4433000"/>
            <a:ext cx="175013" cy="27000"/>
            <a:chOff x="5662375" y="212375"/>
            <a:chExt cx="175013" cy="27000"/>
          </a:xfrm>
        </p:grpSpPr>
        <p:sp>
          <p:nvSpPr>
            <p:cNvPr id="112" name="Google Shape;112;p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 name="Google Shape;115;p4"/>
          <p:cNvSpPr txBox="1"/>
          <p:nvPr>
            <p:ph type="title"/>
          </p:nvPr>
        </p:nvSpPr>
        <p:spPr>
          <a:xfrm>
            <a:off x="2167128" y="2478024"/>
            <a:ext cx="4809600" cy="576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grpSp>
        <p:nvGrpSpPr>
          <p:cNvPr id="116" name="Google Shape;116;p4"/>
          <p:cNvGrpSpPr/>
          <p:nvPr/>
        </p:nvGrpSpPr>
        <p:grpSpPr>
          <a:xfrm>
            <a:off x="432850" y="0"/>
            <a:ext cx="8278300" cy="5165700"/>
            <a:chOff x="432850" y="0"/>
            <a:chExt cx="8278300" cy="5165700"/>
          </a:xfrm>
        </p:grpSpPr>
        <p:cxnSp>
          <p:nvCxnSpPr>
            <p:cNvPr id="117" name="Google Shape;117;p4"/>
            <p:cNvCxnSpPr/>
            <p:nvPr/>
          </p:nvCxnSpPr>
          <p:spPr>
            <a:xfrm rot="10800000">
              <a:off x="8420275" y="2664300"/>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118" name="Google Shape;118;p4"/>
            <p:cNvGrpSpPr/>
            <p:nvPr/>
          </p:nvGrpSpPr>
          <p:grpSpPr>
            <a:xfrm>
              <a:off x="8129350" y="4292175"/>
              <a:ext cx="581800" cy="582350"/>
              <a:chOff x="8064275" y="887850"/>
              <a:chExt cx="581800" cy="582350"/>
            </a:xfrm>
          </p:grpSpPr>
          <p:sp>
            <p:nvSpPr>
              <p:cNvPr id="119" name="Google Shape;119;p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 name="Google Shape;125;p4"/>
            <p:cNvGrpSpPr/>
            <p:nvPr/>
          </p:nvGrpSpPr>
          <p:grpSpPr>
            <a:xfrm>
              <a:off x="8274238" y="3720600"/>
              <a:ext cx="292025" cy="292575"/>
              <a:chOff x="7353050" y="316275"/>
              <a:chExt cx="292025" cy="292575"/>
            </a:xfrm>
          </p:grpSpPr>
          <p:sp>
            <p:nvSpPr>
              <p:cNvPr id="126" name="Google Shape;126;p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 name="Google Shape;130;p4"/>
            <p:cNvGrpSpPr/>
            <p:nvPr/>
          </p:nvGrpSpPr>
          <p:grpSpPr>
            <a:xfrm>
              <a:off x="8332763" y="3212475"/>
              <a:ext cx="175000" cy="175000"/>
              <a:chOff x="8792300" y="321275"/>
              <a:chExt cx="175000" cy="175000"/>
            </a:xfrm>
          </p:grpSpPr>
          <p:sp>
            <p:nvSpPr>
              <p:cNvPr id="131" name="Google Shape;131;p4"/>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35" name="Google Shape;135;p4"/>
            <p:cNvCxnSpPr/>
            <p:nvPr/>
          </p:nvCxnSpPr>
          <p:spPr>
            <a:xfrm>
              <a:off x="723725" y="613"/>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136" name="Google Shape;136;p4"/>
            <p:cNvGrpSpPr/>
            <p:nvPr/>
          </p:nvGrpSpPr>
          <p:grpSpPr>
            <a:xfrm rot="10800000">
              <a:off x="432850" y="291788"/>
              <a:ext cx="581800" cy="582350"/>
              <a:chOff x="8064275" y="887850"/>
              <a:chExt cx="581800" cy="582350"/>
            </a:xfrm>
          </p:grpSpPr>
          <p:sp>
            <p:nvSpPr>
              <p:cNvPr id="137" name="Google Shape;137;p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 name="Google Shape;143;p4"/>
            <p:cNvGrpSpPr/>
            <p:nvPr/>
          </p:nvGrpSpPr>
          <p:grpSpPr>
            <a:xfrm rot="10800000">
              <a:off x="577738" y="1153138"/>
              <a:ext cx="292025" cy="292575"/>
              <a:chOff x="7353050" y="316275"/>
              <a:chExt cx="292025" cy="292575"/>
            </a:xfrm>
          </p:grpSpPr>
          <p:sp>
            <p:nvSpPr>
              <p:cNvPr id="144" name="Google Shape;144;p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4"/>
            <p:cNvGrpSpPr/>
            <p:nvPr/>
          </p:nvGrpSpPr>
          <p:grpSpPr>
            <a:xfrm rot="10800000">
              <a:off x="636238" y="1778838"/>
              <a:ext cx="175000" cy="175000"/>
              <a:chOff x="8792300" y="321275"/>
              <a:chExt cx="175000" cy="175000"/>
            </a:xfrm>
          </p:grpSpPr>
          <p:sp>
            <p:nvSpPr>
              <p:cNvPr id="149" name="Google Shape;149;p4"/>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4"/>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4"/>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 name="Google Shape;153;p4"/>
            <p:cNvGrpSpPr/>
            <p:nvPr/>
          </p:nvGrpSpPr>
          <p:grpSpPr>
            <a:xfrm>
              <a:off x="432850" y="2003163"/>
              <a:ext cx="175013" cy="27000"/>
              <a:chOff x="5662375" y="212375"/>
              <a:chExt cx="175013" cy="27000"/>
            </a:xfrm>
          </p:grpSpPr>
          <p:sp>
            <p:nvSpPr>
              <p:cNvPr id="154" name="Google Shape;154;p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 name="Google Shape;157;p4"/>
            <p:cNvGrpSpPr/>
            <p:nvPr/>
          </p:nvGrpSpPr>
          <p:grpSpPr>
            <a:xfrm>
              <a:off x="788100" y="208488"/>
              <a:ext cx="175013" cy="27000"/>
              <a:chOff x="5662375" y="212375"/>
              <a:chExt cx="175013" cy="27000"/>
            </a:xfrm>
          </p:grpSpPr>
          <p:sp>
            <p:nvSpPr>
              <p:cNvPr id="158" name="Google Shape;158;p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 name="Google Shape;161;p4"/>
            <p:cNvGrpSpPr/>
            <p:nvPr/>
          </p:nvGrpSpPr>
          <p:grpSpPr>
            <a:xfrm>
              <a:off x="8129350" y="4988725"/>
              <a:ext cx="175013" cy="27000"/>
              <a:chOff x="5662375" y="212375"/>
              <a:chExt cx="175013" cy="27000"/>
            </a:xfrm>
          </p:grpSpPr>
          <p:sp>
            <p:nvSpPr>
              <p:cNvPr id="162" name="Google Shape;162;p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 name="Google Shape;165;p4"/>
            <p:cNvGrpSpPr/>
            <p:nvPr/>
          </p:nvGrpSpPr>
          <p:grpSpPr>
            <a:xfrm>
              <a:off x="8497550" y="3429425"/>
              <a:ext cx="175013" cy="27000"/>
              <a:chOff x="5662375" y="212375"/>
              <a:chExt cx="175013" cy="27000"/>
            </a:xfrm>
          </p:grpSpPr>
          <p:sp>
            <p:nvSpPr>
              <p:cNvPr id="166" name="Google Shape;166;p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69" name="Google Shape;169;p4"/>
            <p:cNvCxnSpPr/>
            <p:nvPr/>
          </p:nvCxnSpPr>
          <p:spPr>
            <a:xfrm>
              <a:off x="8407225" y="0"/>
              <a:ext cx="0" cy="2160900"/>
            </a:xfrm>
            <a:prstGeom prst="straightConnector1">
              <a:avLst/>
            </a:prstGeom>
            <a:noFill/>
            <a:ln cap="flat" cmpd="sng" w="9525">
              <a:solidFill>
                <a:schemeClr val="dk1"/>
              </a:solidFill>
              <a:prstDash val="solid"/>
              <a:round/>
              <a:headEnd len="med" w="med" type="none"/>
              <a:tailEnd len="med" w="med" type="none"/>
            </a:ln>
          </p:spPr>
        </p:cxnSp>
        <p:cxnSp>
          <p:nvCxnSpPr>
            <p:cNvPr id="170" name="Google Shape;170;p4"/>
            <p:cNvCxnSpPr/>
            <p:nvPr/>
          </p:nvCxnSpPr>
          <p:spPr>
            <a:xfrm>
              <a:off x="718025" y="2985634"/>
              <a:ext cx="0" cy="2160900"/>
            </a:xfrm>
            <a:prstGeom prst="straightConnector1">
              <a:avLst/>
            </a:prstGeom>
            <a:noFill/>
            <a:ln cap="flat" cmpd="sng" w="9525">
              <a:solidFill>
                <a:schemeClr val="dk1"/>
              </a:solidFill>
              <a:prstDash val="solid"/>
              <a:round/>
              <a:headEnd len="med" w="med" type="none"/>
              <a:tailEnd len="med" w="med" type="none"/>
            </a:ln>
          </p:spPr>
        </p:cxnSp>
        <p:sp>
          <p:nvSpPr>
            <p:cNvPr id="171" name="Google Shape;171;p4"/>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4"/>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4"/>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4"/>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5" name="Shape 175"/>
        <p:cNvGrpSpPr/>
        <p:nvPr/>
      </p:nvGrpSpPr>
      <p:grpSpPr>
        <a:xfrm>
          <a:off x="0" y="0"/>
          <a:ext cx="0" cy="0"/>
          <a:chOff x="0" y="0"/>
          <a:chExt cx="0" cy="0"/>
        </a:xfrm>
      </p:grpSpPr>
      <p:sp>
        <p:nvSpPr>
          <p:cNvPr id="176" name="Google Shape;176;p5"/>
          <p:cNvSpPr txBox="1"/>
          <p:nvPr>
            <p:ph type="title"/>
          </p:nvPr>
        </p:nvSpPr>
        <p:spPr>
          <a:xfrm>
            <a:off x="1807671" y="338325"/>
            <a:ext cx="5528700" cy="612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177" name="Google Shape;177;p5"/>
          <p:cNvSpPr txBox="1"/>
          <p:nvPr>
            <p:ph idx="1" type="subTitle"/>
          </p:nvPr>
        </p:nvSpPr>
        <p:spPr>
          <a:xfrm>
            <a:off x="4956048" y="2532888"/>
            <a:ext cx="2084700" cy="136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178" name="Google Shape;178;p5"/>
          <p:cNvSpPr txBox="1"/>
          <p:nvPr>
            <p:ph idx="2" type="subTitle"/>
          </p:nvPr>
        </p:nvSpPr>
        <p:spPr>
          <a:xfrm>
            <a:off x="2093976" y="2532888"/>
            <a:ext cx="2084700" cy="136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179" name="Google Shape;179;p5"/>
          <p:cNvSpPr txBox="1"/>
          <p:nvPr>
            <p:ph idx="3" type="subTitle"/>
          </p:nvPr>
        </p:nvSpPr>
        <p:spPr>
          <a:xfrm>
            <a:off x="4956048" y="2221992"/>
            <a:ext cx="2084700" cy="2835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600">
                <a:solidFill>
                  <a:schemeClr val="accent1"/>
                </a:solidFill>
              </a:defRPr>
            </a:lvl2pPr>
            <a:lvl3pPr lvl="2" rtl="0" algn="ctr">
              <a:spcBef>
                <a:spcPts val="0"/>
              </a:spcBef>
              <a:spcAft>
                <a:spcPts val="0"/>
              </a:spcAft>
              <a:buNone/>
              <a:defRPr sz="1600">
                <a:solidFill>
                  <a:schemeClr val="accent1"/>
                </a:solidFill>
              </a:defRPr>
            </a:lvl3pPr>
            <a:lvl4pPr lvl="3" rtl="0" algn="ctr">
              <a:spcBef>
                <a:spcPts val="0"/>
              </a:spcBef>
              <a:spcAft>
                <a:spcPts val="0"/>
              </a:spcAft>
              <a:buNone/>
              <a:defRPr sz="1600">
                <a:solidFill>
                  <a:schemeClr val="accent1"/>
                </a:solidFill>
              </a:defRPr>
            </a:lvl4pPr>
            <a:lvl5pPr lvl="4" rtl="0" algn="ctr">
              <a:spcBef>
                <a:spcPts val="0"/>
              </a:spcBef>
              <a:spcAft>
                <a:spcPts val="0"/>
              </a:spcAft>
              <a:buNone/>
              <a:defRPr sz="1600">
                <a:solidFill>
                  <a:schemeClr val="accent1"/>
                </a:solidFill>
              </a:defRPr>
            </a:lvl5pPr>
            <a:lvl6pPr lvl="5" rtl="0" algn="ctr">
              <a:spcBef>
                <a:spcPts val="0"/>
              </a:spcBef>
              <a:spcAft>
                <a:spcPts val="0"/>
              </a:spcAft>
              <a:buNone/>
              <a:defRPr sz="1600">
                <a:solidFill>
                  <a:schemeClr val="accent1"/>
                </a:solidFill>
              </a:defRPr>
            </a:lvl6pPr>
            <a:lvl7pPr lvl="6" rtl="0" algn="ctr">
              <a:spcBef>
                <a:spcPts val="0"/>
              </a:spcBef>
              <a:spcAft>
                <a:spcPts val="0"/>
              </a:spcAft>
              <a:buNone/>
              <a:defRPr sz="1600">
                <a:solidFill>
                  <a:schemeClr val="accent1"/>
                </a:solidFill>
              </a:defRPr>
            </a:lvl7pPr>
            <a:lvl8pPr lvl="7" rtl="0" algn="ctr">
              <a:spcBef>
                <a:spcPts val="0"/>
              </a:spcBef>
              <a:spcAft>
                <a:spcPts val="0"/>
              </a:spcAft>
              <a:buNone/>
              <a:defRPr sz="1600">
                <a:solidFill>
                  <a:schemeClr val="accent1"/>
                </a:solidFill>
              </a:defRPr>
            </a:lvl8pPr>
            <a:lvl9pPr lvl="8" rtl="0" algn="ctr">
              <a:spcBef>
                <a:spcPts val="0"/>
              </a:spcBef>
              <a:spcAft>
                <a:spcPts val="0"/>
              </a:spcAft>
              <a:buNone/>
              <a:defRPr sz="1600">
                <a:solidFill>
                  <a:schemeClr val="accent1"/>
                </a:solidFill>
              </a:defRPr>
            </a:lvl9pPr>
          </a:lstStyle>
          <a:p/>
        </p:txBody>
      </p:sp>
      <p:sp>
        <p:nvSpPr>
          <p:cNvPr id="180" name="Google Shape;180;p5"/>
          <p:cNvSpPr txBox="1"/>
          <p:nvPr>
            <p:ph idx="4" type="subTitle"/>
          </p:nvPr>
        </p:nvSpPr>
        <p:spPr>
          <a:xfrm>
            <a:off x="2093976" y="2203704"/>
            <a:ext cx="2084700" cy="3108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600">
                <a:solidFill>
                  <a:schemeClr val="accent1"/>
                </a:solidFill>
              </a:defRPr>
            </a:lvl2pPr>
            <a:lvl3pPr lvl="2" rtl="0" algn="ctr">
              <a:spcBef>
                <a:spcPts val="0"/>
              </a:spcBef>
              <a:spcAft>
                <a:spcPts val="0"/>
              </a:spcAft>
              <a:buNone/>
              <a:defRPr sz="1600">
                <a:solidFill>
                  <a:schemeClr val="accent1"/>
                </a:solidFill>
              </a:defRPr>
            </a:lvl3pPr>
            <a:lvl4pPr lvl="3" rtl="0" algn="ctr">
              <a:spcBef>
                <a:spcPts val="0"/>
              </a:spcBef>
              <a:spcAft>
                <a:spcPts val="0"/>
              </a:spcAft>
              <a:buNone/>
              <a:defRPr sz="1600">
                <a:solidFill>
                  <a:schemeClr val="accent1"/>
                </a:solidFill>
              </a:defRPr>
            </a:lvl4pPr>
            <a:lvl5pPr lvl="4" rtl="0" algn="ctr">
              <a:spcBef>
                <a:spcPts val="0"/>
              </a:spcBef>
              <a:spcAft>
                <a:spcPts val="0"/>
              </a:spcAft>
              <a:buNone/>
              <a:defRPr sz="1600">
                <a:solidFill>
                  <a:schemeClr val="accent1"/>
                </a:solidFill>
              </a:defRPr>
            </a:lvl5pPr>
            <a:lvl6pPr lvl="5" rtl="0" algn="ctr">
              <a:spcBef>
                <a:spcPts val="0"/>
              </a:spcBef>
              <a:spcAft>
                <a:spcPts val="0"/>
              </a:spcAft>
              <a:buNone/>
              <a:defRPr sz="1600">
                <a:solidFill>
                  <a:schemeClr val="accent1"/>
                </a:solidFill>
              </a:defRPr>
            </a:lvl6pPr>
            <a:lvl7pPr lvl="6" rtl="0" algn="ctr">
              <a:spcBef>
                <a:spcPts val="0"/>
              </a:spcBef>
              <a:spcAft>
                <a:spcPts val="0"/>
              </a:spcAft>
              <a:buNone/>
              <a:defRPr sz="1600">
                <a:solidFill>
                  <a:schemeClr val="accent1"/>
                </a:solidFill>
              </a:defRPr>
            </a:lvl7pPr>
            <a:lvl8pPr lvl="7" rtl="0" algn="ctr">
              <a:spcBef>
                <a:spcPts val="0"/>
              </a:spcBef>
              <a:spcAft>
                <a:spcPts val="0"/>
              </a:spcAft>
              <a:buNone/>
              <a:defRPr sz="1600">
                <a:solidFill>
                  <a:schemeClr val="accent1"/>
                </a:solidFill>
              </a:defRPr>
            </a:lvl8pPr>
            <a:lvl9pPr lvl="8" rtl="0" algn="ctr">
              <a:spcBef>
                <a:spcPts val="0"/>
              </a:spcBef>
              <a:spcAft>
                <a:spcPts val="0"/>
              </a:spcAft>
              <a:buNone/>
              <a:defRPr sz="1600">
                <a:solidFill>
                  <a:schemeClr val="accent1"/>
                </a:solidFill>
              </a:defRPr>
            </a:lvl9pPr>
          </a:lstStyle>
          <a:p/>
        </p:txBody>
      </p:sp>
      <p:sp>
        <p:nvSpPr>
          <p:cNvPr id="181" name="Google Shape;181;p5"/>
          <p:cNvSpPr txBox="1"/>
          <p:nvPr>
            <p:ph hasCustomPrompt="1" idx="5" type="title"/>
          </p:nvPr>
        </p:nvSpPr>
        <p:spPr>
          <a:xfrm>
            <a:off x="2779776" y="1627632"/>
            <a:ext cx="722400" cy="457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82" name="Google Shape;182;p5"/>
          <p:cNvSpPr txBox="1"/>
          <p:nvPr>
            <p:ph hasCustomPrompt="1" idx="6" type="title"/>
          </p:nvPr>
        </p:nvSpPr>
        <p:spPr>
          <a:xfrm>
            <a:off x="5641848" y="1627632"/>
            <a:ext cx="722400" cy="457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grpSp>
        <p:nvGrpSpPr>
          <p:cNvPr id="183" name="Google Shape;183;p5"/>
          <p:cNvGrpSpPr/>
          <p:nvPr/>
        </p:nvGrpSpPr>
        <p:grpSpPr>
          <a:xfrm>
            <a:off x="432850" y="0"/>
            <a:ext cx="8278300" cy="5165700"/>
            <a:chOff x="432850" y="0"/>
            <a:chExt cx="8278300" cy="5165700"/>
          </a:xfrm>
        </p:grpSpPr>
        <p:cxnSp>
          <p:nvCxnSpPr>
            <p:cNvPr id="184" name="Google Shape;184;p5"/>
            <p:cNvCxnSpPr/>
            <p:nvPr/>
          </p:nvCxnSpPr>
          <p:spPr>
            <a:xfrm rot="10800000">
              <a:off x="8420275" y="2664300"/>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185" name="Google Shape;185;p5"/>
            <p:cNvGrpSpPr/>
            <p:nvPr/>
          </p:nvGrpSpPr>
          <p:grpSpPr>
            <a:xfrm>
              <a:off x="8129350" y="4292175"/>
              <a:ext cx="581800" cy="582350"/>
              <a:chOff x="8064275" y="887850"/>
              <a:chExt cx="581800" cy="582350"/>
            </a:xfrm>
          </p:grpSpPr>
          <p:sp>
            <p:nvSpPr>
              <p:cNvPr id="186" name="Google Shape;186;p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 name="Google Shape;192;p5"/>
            <p:cNvGrpSpPr/>
            <p:nvPr/>
          </p:nvGrpSpPr>
          <p:grpSpPr>
            <a:xfrm>
              <a:off x="8274238" y="3720600"/>
              <a:ext cx="292025" cy="292575"/>
              <a:chOff x="7353050" y="316275"/>
              <a:chExt cx="292025" cy="292575"/>
            </a:xfrm>
          </p:grpSpPr>
          <p:sp>
            <p:nvSpPr>
              <p:cNvPr id="193" name="Google Shape;193;p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7" name="Google Shape;197;p5"/>
            <p:cNvGrpSpPr/>
            <p:nvPr/>
          </p:nvGrpSpPr>
          <p:grpSpPr>
            <a:xfrm>
              <a:off x="8332763" y="3212475"/>
              <a:ext cx="175000" cy="175000"/>
              <a:chOff x="8792300" y="321275"/>
              <a:chExt cx="175000" cy="175000"/>
            </a:xfrm>
          </p:grpSpPr>
          <p:sp>
            <p:nvSpPr>
              <p:cNvPr id="198" name="Google Shape;198;p5"/>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5"/>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5"/>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5"/>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02" name="Google Shape;202;p5"/>
            <p:cNvCxnSpPr/>
            <p:nvPr/>
          </p:nvCxnSpPr>
          <p:spPr>
            <a:xfrm>
              <a:off x="723725" y="613"/>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203" name="Google Shape;203;p5"/>
            <p:cNvGrpSpPr/>
            <p:nvPr/>
          </p:nvGrpSpPr>
          <p:grpSpPr>
            <a:xfrm rot="10800000">
              <a:off x="432850" y="291788"/>
              <a:ext cx="581800" cy="582350"/>
              <a:chOff x="8064275" y="887850"/>
              <a:chExt cx="581800" cy="582350"/>
            </a:xfrm>
          </p:grpSpPr>
          <p:sp>
            <p:nvSpPr>
              <p:cNvPr id="204" name="Google Shape;204;p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0" name="Google Shape;210;p5"/>
            <p:cNvGrpSpPr/>
            <p:nvPr/>
          </p:nvGrpSpPr>
          <p:grpSpPr>
            <a:xfrm rot="10800000">
              <a:off x="577738" y="1153138"/>
              <a:ext cx="292025" cy="292575"/>
              <a:chOff x="7353050" y="316275"/>
              <a:chExt cx="292025" cy="292575"/>
            </a:xfrm>
          </p:grpSpPr>
          <p:sp>
            <p:nvSpPr>
              <p:cNvPr id="211" name="Google Shape;211;p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5" name="Google Shape;215;p5"/>
            <p:cNvGrpSpPr/>
            <p:nvPr/>
          </p:nvGrpSpPr>
          <p:grpSpPr>
            <a:xfrm rot="10800000">
              <a:off x="636238" y="1778838"/>
              <a:ext cx="175000" cy="175000"/>
              <a:chOff x="8792300" y="321275"/>
              <a:chExt cx="175000" cy="175000"/>
            </a:xfrm>
          </p:grpSpPr>
          <p:sp>
            <p:nvSpPr>
              <p:cNvPr id="216" name="Google Shape;216;p5"/>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5"/>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5"/>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0" name="Google Shape;220;p5"/>
            <p:cNvGrpSpPr/>
            <p:nvPr/>
          </p:nvGrpSpPr>
          <p:grpSpPr>
            <a:xfrm>
              <a:off x="432850" y="2003163"/>
              <a:ext cx="175013" cy="27000"/>
              <a:chOff x="5662375" y="212375"/>
              <a:chExt cx="175013" cy="27000"/>
            </a:xfrm>
          </p:grpSpPr>
          <p:sp>
            <p:nvSpPr>
              <p:cNvPr id="221" name="Google Shape;221;p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4" name="Google Shape;224;p5"/>
            <p:cNvGrpSpPr/>
            <p:nvPr/>
          </p:nvGrpSpPr>
          <p:grpSpPr>
            <a:xfrm>
              <a:off x="788100" y="208488"/>
              <a:ext cx="175013" cy="27000"/>
              <a:chOff x="5662375" y="212375"/>
              <a:chExt cx="175013" cy="27000"/>
            </a:xfrm>
          </p:grpSpPr>
          <p:sp>
            <p:nvSpPr>
              <p:cNvPr id="225" name="Google Shape;225;p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5"/>
            <p:cNvGrpSpPr/>
            <p:nvPr/>
          </p:nvGrpSpPr>
          <p:grpSpPr>
            <a:xfrm>
              <a:off x="8129350" y="4988725"/>
              <a:ext cx="175013" cy="27000"/>
              <a:chOff x="5662375" y="212375"/>
              <a:chExt cx="175013" cy="27000"/>
            </a:xfrm>
          </p:grpSpPr>
          <p:sp>
            <p:nvSpPr>
              <p:cNvPr id="229" name="Google Shape;229;p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2" name="Google Shape;232;p5"/>
            <p:cNvGrpSpPr/>
            <p:nvPr/>
          </p:nvGrpSpPr>
          <p:grpSpPr>
            <a:xfrm>
              <a:off x="8497550" y="3429425"/>
              <a:ext cx="175013" cy="27000"/>
              <a:chOff x="5662375" y="212375"/>
              <a:chExt cx="175013" cy="27000"/>
            </a:xfrm>
          </p:grpSpPr>
          <p:sp>
            <p:nvSpPr>
              <p:cNvPr id="233" name="Google Shape;233;p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36" name="Google Shape;236;p5"/>
            <p:cNvCxnSpPr/>
            <p:nvPr/>
          </p:nvCxnSpPr>
          <p:spPr>
            <a:xfrm>
              <a:off x="8407225" y="0"/>
              <a:ext cx="0" cy="2160900"/>
            </a:xfrm>
            <a:prstGeom prst="straightConnector1">
              <a:avLst/>
            </a:prstGeom>
            <a:noFill/>
            <a:ln cap="flat" cmpd="sng" w="9525">
              <a:solidFill>
                <a:schemeClr val="dk1"/>
              </a:solidFill>
              <a:prstDash val="solid"/>
              <a:round/>
              <a:headEnd len="med" w="med" type="none"/>
              <a:tailEnd len="med" w="med" type="none"/>
            </a:ln>
          </p:spPr>
        </p:cxnSp>
        <p:cxnSp>
          <p:nvCxnSpPr>
            <p:cNvPr id="237" name="Google Shape;237;p5"/>
            <p:cNvCxnSpPr/>
            <p:nvPr/>
          </p:nvCxnSpPr>
          <p:spPr>
            <a:xfrm>
              <a:off x="718025" y="2985634"/>
              <a:ext cx="0" cy="2160900"/>
            </a:xfrm>
            <a:prstGeom prst="straightConnector1">
              <a:avLst/>
            </a:prstGeom>
            <a:noFill/>
            <a:ln cap="flat" cmpd="sng" w="9525">
              <a:solidFill>
                <a:schemeClr val="dk1"/>
              </a:solidFill>
              <a:prstDash val="solid"/>
              <a:round/>
              <a:headEnd len="med" w="med" type="none"/>
              <a:tailEnd len="med" w="med" type="none"/>
            </a:ln>
          </p:spPr>
        </p:cxnSp>
        <p:sp>
          <p:nvSpPr>
            <p:cNvPr id="238" name="Google Shape;238;p5"/>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5"/>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5"/>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5"/>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2" name="Shape 242"/>
        <p:cNvGrpSpPr/>
        <p:nvPr/>
      </p:nvGrpSpPr>
      <p:grpSpPr>
        <a:xfrm>
          <a:off x="0" y="0"/>
          <a:ext cx="0" cy="0"/>
          <a:chOff x="0" y="0"/>
          <a:chExt cx="0" cy="0"/>
        </a:xfrm>
      </p:grpSpPr>
      <p:sp>
        <p:nvSpPr>
          <p:cNvPr id="243" name="Google Shape;243;p6"/>
          <p:cNvSpPr txBox="1"/>
          <p:nvPr>
            <p:ph type="title"/>
          </p:nvPr>
        </p:nvSpPr>
        <p:spPr>
          <a:xfrm>
            <a:off x="1823475" y="338328"/>
            <a:ext cx="54969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grpSp>
        <p:nvGrpSpPr>
          <p:cNvPr id="244" name="Google Shape;244;p6"/>
          <p:cNvGrpSpPr/>
          <p:nvPr/>
        </p:nvGrpSpPr>
        <p:grpSpPr>
          <a:xfrm>
            <a:off x="432850" y="0"/>
            <a:ext cx="8278300" cy="5165700"/>
            <a:chOff x="432850" y="0"/>
            <a:chExt cx="8278300" cy="5165700"/>
          </a:xfrm>
        </p:grpSpPr>
        <p:cxnSp>
          <p:nvCxnSpPr>
            <p:cNvPr id="245" name="Google Shape;245;p6"/>
            <p:cNvCxnSpPr/>
            <p:nvPr/>
          </p:nvCxnSpPr>
          <p:spPr>
            <a:xfrm rot="10800000">
              <a:off x="8420275" y="2664300"/>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246" name="Google Shape;246;p6"/>
            <p:cNvGrpSpPr/>
            <p:nvPr/>
          </p:nvGrpSpPr>
          <p:grpSpPr>
            <a:xfrm>
              <a:off x="8129350" y="4292175"/>
              <a:ext cx="581800" cy="582350"/>
              <a:chOff x="8064275" y="887850"/>
              <a:chExt cx="581800" cy="582350"/>
            </a:xfrm>
          </p:grpSpPr>
          <p:sp>
            <p:nvSpPr>
              <p:cNvPr id="247" name="Google Shape;247;p6"/>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6"/>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6"/>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6"/>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6"/>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6"/>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3" name="Google Shape;253;p6"/>
            <p:cNvGrpSpPr/>
            <p:nvPr/>
          </p:nvGrpSpPr>
          <p:grpSpPr>
            <a:xfrm>
              <a:off x="8274238" y="3720600"/>
              <a:ext cx="292025" cy="292575"/>
              <a:chOff x="7353050" y="316275"/>
              <a:chExt cx="292025" cy="292575"/>
            </a:xfrm>
          </p:grpSpPr>
          <p:sp>
            <p:nvSpPr>
              <p:cNvPr id="254" name="Google Shape;254;p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8" name="Google Shape;258;p6"/>
            <p:cNvGrpSpPr/>
            <p:nvPr/>
          </p:nvGrpSpPr>
          <p:grpSpPr>
            <a:xfrm>
              <a:off x="8332763" y="3212475"/>
              <a:ext cx="175000" cy="175000"/>
              <a:chOff x="8792300" y="321275"/>
              <a:chExt cx="175000" cy="175000"/>
            </a:xfrm>
          </p:grpSpPr>
          <p:sp>
            <p:nvSpPr>
              <p:cNvPr id="259" name="Google Shape;259;p6"/>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6"/>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6"/>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6"/>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63" name="Google Shape;263;p6"/>
            <p:cNvCxnSpPr/>
            <p:nvPr/>
          </p:nvCxnSpPr>
          <p:spPr>
            <a:xfrm>
              <a:off x="723725" y="613"/>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264" name="Google Shape;264;p6"/>
            <p:cNvGrpSpPr/>
            <p:nvPr/>
          </p:nvGrpSpPr>
          <p:grpSpPr>
            <a:xfrm rot="10800000">
              <a:off x="432850" y="291788"/>
              <a:ext cx="581800" cy="582350"/>
              <a:chOff x="8064275" y="887850"/>
              <a:chExt cx="581800" cy="582350"/>
            </a:xfrm>
          </p:grpSpPr>
          <p:sp>
            <p:nvSpPr>
              <p:cNvPr id="265" name="Google Shape;265;p6"/>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6"/>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6"/>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6"/>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6"/>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6"/>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 name="Google Shape;271;p6"/>
            <p:cNvGrpSpPr/>
            <p:nvPr/>
          </p:nvGrpSpPr>
          <p:grpSpPr>
            <a:xfrm rot="10800000">
              <a:off x="577738" y="1153138"/>
              <a:ext cx="292025" cy="292575"/>
              <a:chOff x="7353050" y="316275"/>
              <a:chExt cx="292025" cy="292575"/>
            </a:xfrm>
          </p:grpSpPr>
          <p:sp>
            <p:nvSpPr>
              <p:cNvPr id="272" name="Google Shape;272;p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 name="Google Shape;276;p6"/>
            <p:cNvGrpSpPr/>
            <p:nvPr/>
          </p:nvGrpSpPr>
          <p:grpSpPr>
            <a:xfrm rot="10800000">
              <a:off x="636238" y="1778838"/>
              <a:ext cx="175000" cy="175000"/>
              <a:chOff x="8792300" y="321275"/>
              <a:chExt cx="175000" cy="175000"/>
            </a:xfrm>
          </p:grpSpPr>
          <p:sp>
            <p:nvSpPr>
              <p:cNvPr id="277" name="Google Shape;277;p6"/>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6"/>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6"/>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6"/>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 name="Google Shape;281;p6"/>
            <p:cNvGrpSpPr/>
            <p:nvPr/>
          </p:nvGrpSpPr>
          <p:grpSpPr>
            <a:xfrm>
              <a:off x="432850" y="2003163"/>
              <a:ext cx="175013" cy="27000"/>
              <a:chOff x="5662375" y="212375"/>
              <a:chExt cx="175013" cy="27000"/>
            </a:xfrm>
          </p:grpSpPr>
          <p:sp>
            <p:nvSpPr>
              <p:cNvPr id="282" name="Google Shape;282;p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5" name="Google Shape;285;p6"/>
            <p:cNvGrpSpPr/>
            <p:nvPr/>
          </p:nvGrpSpPr>
          <p:grpSpPr>
            <a:xfrm>
              <a:off x="788100" y="208488"/>
              <a:ext cx="175013" cy="27000"/>
              <a:chOff x="5662375" y="212375"/>
              <a:chExt cx="175013" cy="27000"/>
            </a:xfrm>
          </p:grpSpPr>
          <p:sp>
            <p:nvSpPr>
              <p:cNvPr id="286" name="Google Shape;286;p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9" name="Google Shape;289;p6"/>
            <p:cNvGrpSpPr/>
            <p:nvPr/>
          </p:nvGrpSpPr>
          <p:grpSpPr>
            <a:xfrm>
              <a:off x="8129350" y="4988725"/>
              <a:ext cx="175013" cy="27000"/>
              <a:chOff x="5662375" y="212375"/>
              <a:chExt cx="175013" cy="27000"/>
            </a:xfrm>
          </p:grpSpPr>
          <p:sp>
            <p:nvSpPr>
              <p:cNvPr id="290" name="Google Shape;290;p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3" name="Google Shape;293;p6"/>
            <p:cNvGrpSpPr/>
            <p:nvPr/>
          </p:nvGrpSpPr>
          <p:grpSpPr>
            <a:xfrm>
              <a:off x="8497550" y="3429425"/>
              <a:ext cx="175013" cy="27000"/>
              <a:chOff x="5662375" y="212375"/>
              <a:chExt cx="175013" cy="27000"/>
            </a:xfrm>
          </p:grpSpPr>
          <p:sp>
            <p:nvSpPr>
              <p:cNvPr id="294" name="Google Shape;294;p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97" name="Google Shape;297;p6"/>
            <p:cNvCxnSpPr/>
            <p:nvPr/>
          </p:nvCxnSpPr>
          <p:spPr>
            <a:xfrm>
              <a:off x="8407225" y="0"/>
              <a:ext cx="0" cy="2160900"/>
            </a:xfrm>
            <a:prstGeom prst="straightConnector1">
              <a:avLst/>
            </a:prstGeom>
            <a:noFill/>
            <a:ln cap="flat" cmpd="sng" w="9525">
              <a:solidFill>
                <a:schemeClr val="dk1"/>
              </a:solidFill>
              <a:prstDash val="solid"/>
              <a:round/>
              <a:headEnd len="med" w="med" type="none"/>
              <a:tailEnd len="med" w="med" type="none"/>
            </a:ln>
          </p:spPr>
        </p:cxnSp>
        <p:cxnSp>
          <p:nvCxnSpPr>
            <p:cNvPr id="298" name="Google Shape;298;p6"/>
            <p:cNvCxnSpPr/>
            <p:nvPr/>
          </p:nvCxnSpPr>
          <p:spPr>
            <a:xfrm>
              <a:off x="718025" y="2985634"/>
              <a:ext cx="0" cy="2160900"/>
            </a:xfrm>
            <a:prstGeom prst="straightConnector1">
              <a:avLst/>
            </a:prstGeom>
            <a:noFill/>
            <a:ln cap="flat" cmpd="sng" w="9525">
              <a:solidFill>
                <a:schemeClr val="dk1"/>
              </a:solidFill>
              <a:prstDash val="solid"/>
              <a:round/>
              <a:headEnd len="med" w="med" type="none"/>
              <a:tailEnd len="med" w="med" type="none"/>
            </a:ln>
          </p:spPr>
        </p:cxnSp>
        <p:sp>
          <p:nvSpPr>
            <p:cNvPr id="299" name="Google Shape;299;p6"/>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6"/>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6"/>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6"/>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3" name="Shape 303"/>
        <p:cNvGrpSpPr/>
        <p:nvPr/>
      </p:nvGrpSpPr>
      <p:grpSpPr>
        <a:xfrm>
          <a:off x="0" y="0"/>
          <a:ext cx="0" cy="0"/>
          <a:chOff x="0" y="0"/>
          <a:chExt cx="0" cy="0"/>
        </a:xfrm>
      </p:grpSpPr>
      <p:sp>
        <p:nvSpPr>
          <p:cNvPr id="304" name="Google Shape;304;p7"/>
          <p:cNvSpPr txBox="1"/>
          <p:nvPr>
            <p:ph idx="1" type="subTitle"/>
          </p:nvPr>
        </p:nvSpPr>
        <p:spPr>
          <a:xfrm>
            <a:off x="804672" y="1984248"/>
            <a:ext cx="3291900" cy="1371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None/>
              <a:defRPr sz="1900">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1900">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1900">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1900">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1900">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1900">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1900">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1900">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1900">
                <a:solidFill>
                  <a:schemeClr val="dk2"/>
                </a:solidFill>
                <a:latin typeface="Barlow Semi Condensed"/>
                <a:ea typeface="Barlow Semi Condensed"/>
                <a:cs typeface="Barlow Semi Condensed"/>
                <a:sym typeface="Barlow Semi Condensed"/>
              </a:defRPr>
            </a:lvl9pPr>
          </a:lstStyle>
          <a:p/>
        </p:txBody>
      </p:sp>
      <p:sp>
        <p:nvSpPr>
          <p:cNvPr id="305" name="Google Shape;305;p7"/>
          <p:cNvSpPr txBox="1"/>
          <p:nvPr>
            <p:ph type="title"/>
          </p:nvPr>
        </p:nvSpPr>
        <p:spPr>
          <a:xfrm>
            <a:off x="804672" y="3319272"/>
            <a:ext cx="3291900" cy="402300"/>
          </a:xfrm>
          <a:prstGeom prst="rect">
            <a:avLst/>
          </a:prstGeom>
        </p:spPr>
        <p:txBody>
          <a:bodyPr anchorCtr="0" anchor="b" bIns="91425" lIns="91425" spcFirstLastPara="1" rIns="91425" wrap="square" tIns="91425">
            <a:noAutofit/>
          </a:bodyPr>
          <a:lstStyle>
            <a:lvl1pPr lvl="0"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1pPr>
            <a:lvl2pPr lvl="1"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2pPr>
            <a:lvl3pPr lvl="2"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3pPr>
            <a:lvl4pPr lvl="3"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4pPr>
            <a:lvl5pPr lvl="4"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5pPr>
            <a:lvl6pPr lvl="5"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6pPr>
            <a:lvl7pPr lvl="6"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7pPr>
            <a:lvl8pPr lvl="7"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8pPr>
            <a:lvl9pPr lvl="8"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9pPr>
          </a:lstStyle>
          <a:p/>
        </p:txBody>
      </p:sp>
      <p:cxnSp>
        <p:nvCxnSpPr>
          <p:cNvPr id="306" name="Google Shape;306;p7"/>
          <p:cNvCxnSpPr/>
          <p:nvPr/>
        </p:nvCxnSpPr>
        <p:spPr>
          <a:xfrm>
            <a:off x="1645925" y="523125"/>
            <a:ext cx="1672500" cy="126000"/>
          </a:xfrm>
          <a:prstGeom prst="straightConnector1">
            <a:avLst/>
          </a:prstGeom>
          <a:noFill/>
          <a:ln cap="flat" cmpd="sng" w="9525">
            <a:solidFill>
              <a:schemeClr val="dk1"/>
            </a:solidFill>
            <a:prstDash val="solid"/>
            <a:round/>
            <a:headEnd len="med" w="med" type="none"/>
            <a:tailEnd len="med" w="med" type="none"/>
          </a:ln>
        </p:spPr>
      </p:cxnSp>
      <p:cxnSp>
        <p:nvCxnSpPr>
          <p:cNvPr id="307" name="Google Shape;307;p7"/>
          <p:cNvCxnSpPr/>
          <p:nvPr/>
        </p:nvCxnSpPr>
        <p:spPr>
          <a:xfrm flipH="1" rot="10800000">
            <a:off x="803050" y="529675"/>
            <a:ext cx="829500" cy="743400"/>
          </a:xfrm>
          <a:prstGeom prst="straightConnector1">
            <a:avLst/>
          </a:prstGeom>
          <a:noFill/>
          <a:ln cap="flat" cmpd="sng" w="9525">
            <a:solidFill>
              <a:schemeClr val="dk1"/>
            </a:solidFill>
            <a:prstDash val="solid"/>
            <a:round/>
            <a:headEnd len="med" w="med" type="none"/>
            <a:tailEnd len="med" w="med" type="none"/>
          </a:ln>
        </p:spPr>
      </p:cxnSp>
      <p:cxnSp>
        <p:nvCxnSpPr>
          <p:cNvPr id="308" name="Google Shape;308;p7"/>
          <p:cNvCxnSpPr/>
          <p:nvPr/>
        </p:nvCxnSpPr>
        <p:spPr>
          <a:xfrm>
            <a:off x="0" y="65200"/>
            <a:ext cx="796500" cy="1188000"/>
          </a:xfrm>
          <a:prstGeom prst="straightConnector1">
            <a:avLst/>
          </a:prstGeom>
          <a:noFill/>
          <a:ln cap="flat" cmpd="sng" w="9525">
            <a:solidFill>
              <a:schemeClr val="dk1"/>
            </a:solidFill>
            <a:prstDash val="solid"/>
            <a:round/>
            <a:headEnd len="med" w="med" type="none"/>
            <a:tailEnd len="med" w="med" type="none"/>
          </a:ln>
        </p:spPr>
      </p:cxnSp>
      <p:grpSp>
        <p:nvGrpSpPr>
          <p:cNvPr id="309" name="Google Shape;309;p7"/>
          <p:cNvGrpSpPr/>
          <p:nvPr/>
        </p:nvGrpSpPr>
        <p:grpSpPr>
          <a:xfrm flipH="1">
            <a:off x="499400" y="959675"/>
            <a:ext cx="581800" cy="582350"/>
            <a:chOff x="8064275" y="887850"/>
            <a:chExt cx="581800" cy="582350"/>
          </a:xfrm>
        </p:grpSpPr>
        <p:sp>
          <p:nvSpPr>
            <p:cNvPr id="310" name="Google Shape;310;p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6" name="Google Shape;316;p7"/>
          <p:cNvGrpSpPr/>
          <p:nvPr/>
        </p:nvGrpSpPr>
        <p:grpSpPr>
          <a:xfrm flipH="1">
            <a:off x="1500400" y="388100"/>
            <a:ext cx="292025" cy="292575"/>
            <a:chOff x="7353050" y="316275"/>
            <a:chExt cx="292025" cy="292575"/>
          </a:xfrm>
        </p:grpSpPr>
        <p:sp>
          <p:nvSpPr>
            <p:cNvPr id="317" name="Google Shape;317;p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1" name="Google Shape;321;p7"/>
          <p:cNvSpPr/>
          <p:nvPr/>
        </p:nvSpPr>
        <p:spPr>
          <a:xfrm flipH="1">
            <a:off x="3166281" y="497632"/>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7"/>
          <p:cNvSpPr/>
          <p:nvPr/>
        </p:nvSpPr>
        <p:spPr>
          <a:xfrm flipH="1">
            <a:off x="3164039" y="495100"/>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7"/>
          <p:cNvSpPr/>
          <p:nvPr/>
        </p:nvSpPr>
        <p:spPr>
          <a:xfrm flipH="1">
            <a:off x="3202780" y="534134"/>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7"/>
          <p:cNvSpPr/>
          <p:nvPr/>
        </p:nvSpPr>
        <p:spPr>
          <a:xfrm flipH="1">
            <a:off x="3200525" y="531602"/>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7"/>
          <p:cNvSpPr/>
          <p:nvPr/>
        </p:nvSpPr>
        <p:spPr>
          <a:xfrm flipH="1">
            <a:off x="3242641" y="573709"/>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7"/>
          <p:cNvSpPr/>
          <p:nvPr/>
        </p:nvSpPr>
        <p:spPr>
          <a:xfrm flipH="1">
            <a:off x="3240109" y="571467"/>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 name="Google Shape;327;p7"/>
          <p:cNvGrpSpPr/>
          <p:nvPr/>
        </p:nvGrpSpPr>
        <p:grpSpPr>
          <a:xfrm flipH="1">
            <a:off x="3527112" y="361100"/>
            <a:ext cx="175013" cy="27000"/>
            <a:chOff x="5662375" y="212375"/>
            <a:chExt cx="175013" cy="27000"/>
          </a:xfrm>
        </p:grpSpPr>
        <p:sp>
          <p:nvSpPr>
            <p:cNvPr id="328" name="Google Shape;328;p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 name="Google Shape;331;p7"/>
          <p:cNvGrpSpPr/>
          <p:nvPr/>
        </p:nvGrpSpPr>
        <p:grpSpPr>
          <a:xfrm flipH="1">
            <a:off x="480412" y="242700"/>
            <a:ext cx="175013" cy="27000"/>
            <a:chOff x="5662375" y="212375"/>
            <a:chExt cx="175013" cy="27000"/>
          </a:xfrm>
        </p:grpSpPr>
        <p:sp>
          <p:nvSpPr>
            <p:cNvPr id="332" name="Google Shape;332;p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5" name="Google Shape;335;p7"/>
          <p:cNvGrpSpPr/>
          <p:nvPr/>
        </p:nvGrpSpPr>
        <p:grpSpPr>
          <a:xfrm flipH="1">
            <a:off x="901712" y="1653625"/>
            <a:ext cx="175013" cy="27000"/>
            <a:chOff x="5662375" y="212375"/>
            <a:chExt cx="175013" cy="27000"/>
          </a:xfrm>
        </p:grpSpPr>
        <p:sp>
          <p:nvSpPr>
            <p:cNvPr id="336" name="Google Shape;336;p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39" name="Google Shape;339;p7"/>
          <p:cNvCxnSpPr/>
          <p:nvPr/>
        </p:nvCxnSpPr>
        <p:spPr>
          <a:xfrm>
            <a:off x="791400" y="42124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340" name="Google Shape;340;p7"/>
          <p:cNvCxnSpPr/>
          <p:nvPr/>
        </p:nvCxnSpPr>
        <p:spPr>
          <a:xfrm flipH="1" rot="10800000">
            <a:off x="0" y="42204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341" name="Google Shape;341;p7"/>
          <p:cNvGrpSpPr/>
          <p:nvPr/>
        </p:nvGrpSpPr>
        <p:grpSpPr>
          <a:xfrm rot="10800000">
            <a:off x="499400" y="3940925"/>
            <a:ext cx="581800" cy="582350"/>
            <a:chOff x="8064275" y="887850"/>
            <a:chExt cx="581800" cy="582350"/>
          </a:xfrm>
        </p:grpSpPr>
        <p:sp>
          <p:nvSpPr>
            <p:cNvPr id="342" name="Google Shape;342;p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8" name="Google Shape;348;p7"/>
          <p:cNvGrpSpPr/>
          <p:nvPr/>
        </p:nvGrpSpPr>
        <p:grpSpPr>
          <a:xfrm rot="10800000">
            <a:off x="1819575" y="4586750"/>
            <a:ext cx="292025" cy="292575"/>
            <a:chOff x="7353050" y="316275"/>
            <a:chExt cx="292025" cy="292575"/>
          </a:xfrm>
        </p:grpSpPr>
        <p:sp>
          <p:nvSpPr>
            <p:cNvPr id="349" name="Google Shape;349;p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3" name="Google Shape;353;p7"/>
          <p:cNvGrpSpPr/>
          <p:nvPr/>
        </p:nvGrpSpPr>
        <p:grpSpPr>
          <a:xfrm rot="10800000">
            <a:off x="212525" y="4645550"/>
            <a:ext cx="175000" cy="175000"/>
            <a:chOff x="8792300" y="321275"/>
            <a:chExt cx="175000" cy="175000"/>
          </a:xfrm>
        </p:grpSpPr>
        <p:sp>
          <p:nvSpPr>
            <p:cNvPr id="354" name="Google Shape;354;p7"/>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7"/>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7"/>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7"/>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8" name="Google Shape;358;p7"/>
          <p:cNvGrpSpPr/>
          <p:nvPr/>
        </p:nvGrpSpPr>
        <p:grpSpPr>
          <a:xfrm rot="10800000">
            <a:off x="480412" y="4852325"/>
            <a:ext cx="175013" cy="27000"/>
            <a:chOff x="5662375" y="212375"/>
            <a:chExt cx="175013" cy="27000"/>
          </a:xfrm>
        </p:grpSpPr>
        <p:sp>
          <p:nvSpPr>
            <p:cNvPr id="359" name="Google Shape;359;p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2" name="Google Shape;362;p7"/>
          <p:cNvGrpSpPr/>
          <p:nvPr/>
        </p:nvGrpSpPr>
        <p:grpSpPr>
          <a:xfrm rot="10800000">
            <a:off x="1054112" y="3898600"/>
            <a:ext cx="175013" cy="27000"/>
            <a:chOff x="5662375" y="212375"/>
            <a:chExt cx="175013" cy="27000"/>
          </a:xfrm>
        </p:grpSpPr>
        <p:sp>
          <p:nvSpPr>
            <p:cNvPr id="363" name="Google Shape;363;p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6" name="Shape 366"/>
        <p:cNvGrpSpPr/>
        <p:nvPr/>
      </p:nvGrpSpPr>
      <p:grpSpPr>
        <a:xfrm>
          <a:off x="0" y="0"/>
          <a:ext cx="0" cy="0"/>
          <a:chOff x="0" y="0"/>
          <a:chExt cx="0" cy="0"/>
        </a:xfrm>
      </p:grpSpPr>
      <p:grpSp>
        <p:nvGrpSpPr>
          <p:cNvPr id="367" name="Google Shape;367;p8"/>
          <p:cNvGrpSpPr/>
          <p:nvPr/>
        </p:nvGrpSpPr>
        <p:grpSpPr>
          <a:xfrm>
            <a:off x="1349626" y="598417"/>
            <a:ext cx="6453730" cy="3631136"/>
            <a:chOff x="365750" y="1285025"/>
            <a:chExt cx="6934275" cy="3315500"/>
          </a:xfrm>
        </p:grpSpPr>
        <p:sp>
          <p:nvSpPr>
            <p:cNvPr id="368" name="Google Shape;368;p8"/>
            <p:cNvSpPr/>
            <p:nvPr/>
          </p:nvSpPr>
          <p:spPr>
            <a:xfrm>
              <a:off x="365750" y="1285025"/>
              <a:ext cx="6934275" cy="3315500"/>
            </a:xfrm>
            <a:custGeom>
              <a:rect b="b" l="l" r="r" t="t"/>
              <a:pathLst>
                <a:path extrusionOk="0" h="132620" w="277371">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8"/>
            <p:cNvSpPr/>
            <p:nvPr/>
          </p:nvSpPr>
          <p:spPr>
            <a:xfrm>
              <a:off x="417100" y="1285575"/>
              <a:ext cx="6842700" cy="3314500"/>
            </a:xfrm>
            <a:custGeom>
              <a:rect b="b" l="l" r="r" t="t"/>
              <a:pathLst>
                <a:path extrusionOk="0" h="132580" w="273708">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0" name="Google Shape;370;p8"/>
          <p:cNvSpPr txBox="1"/>
          <p:nvPr>
            <p:ph type="title"/>
          </p:nvPr>
        </p:nvSpPr>
        <p:spPr>
          <a:xfrm>
            <a:off x="2624328" y="1620753"/>
            <a:ext cx="3904500" cy="19020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73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grpSp>
        <p:nvGrpSpPr>
          <p:cNvPr id="371" name="Google Shape;371;p8"/>
          <p:cNvGrpSpPr/>
          <p:nvPr/>
        </p:nvGrpSpPr>
        <p:grpSpPr>
          <a:xfrm>
            <a:off x="-6867" y="-6625"/>
            <a:ext cx="9152342" cy="5102050"/>
            <a:chOff x="-6867" y="-6625"/>
            <a:chExt cx="9152342" cy="5102050"/>
          </a:xfrm>
        </p:grpSpPr>
        <p:cxnSp>
          <p:nvCxnSpPr>
            <p:cNvPr id="372" name="Google Shape;372;p8"/>
            <p:cNvCxnSpPr/>
            <p:nvPr/>
          </p:nvCxnSpPr>
          <p:spPr>
            <a:xfrm>
              <a:off x="2904283" y="4513075"/>
              <a:ext cx="1133100" cy="306300"/>
            </a:xfrm>
            <a:prstGeom prst="straightConnector1">
              <a:avLst/>
            </a:prstGeom>
            <a:noFill/>
            <a:ln cap="flat" cmpd="sng" w="9525">
              <a:solidFill>
                <a:schemeClr val="dk1"/>
              </a:solidFill>
              <a:prstDash val="solid"/>
              <a:round/>
              <a:headEnd len="med" w="med" type="none"/>
              <a:tailEnd len="med" w="med" type="none"/>
            </a:ln>
          </p:spPr>
        </p:cxnSp>
        <p:cxnSp>
          <p:nvCxnSpPr>
            <p:cNvPr id="373" name="Google Shape;373;p8"/>
            <p:cNvCxnSpPr/>
            <p:nvPr/>
          </p:nvCxnSpPr>
          <p:spPr>
            <a:xfrm flipH="1" rot="10800000">
              <a:off x="1562083" y="4492325"/>
              <a:ext cx="1342200" cy="315300"/>
            </a:xfrm>
            <a:prstGeom prst="straightConnector1">
              <a:avLst/>
            </a:prstGeom>
            <a:noFill/>
            <a:ln cap="flat" cmpd="sng" w="9525">
              <a:solidFill>
                <a:schemeClr val="dk1"/>
              </a:solidFill>
              <a:prstDash val="solid"/>
              <a:round/>
              <a:headEnd len="med" w="med" type="none"/>
              <a:tailEnd len="med" w="med" type="none"/>
            </a:ln>
          </p:spPr>
        </p:cxnSp>
        <p:cxnSp>
          <p:nvCxnSpPr>
            <p:cNvPr id="374" name="Google Shape;374;p8"/>
            <p:cNvCxnSpPr/>
            <p:nvPr/>
          </p:nvCxnSpPr>
          <p:spPr>
            <a:xfrm>
              <a:off x="259558" y="4408000"/>
              <a:ext cx="1332000" cy="392100"/>
            </a:xfrm>
            <a:prstGeom prst="straightConnector1">
              <a:avLst/>
            </a:prstGeom>
            <a:noFill/>
            <a:ln cap="flat" cmpd="sng" w="9525">
              <a:solidFill>
                <a:schemeClr val="dk1"/>
              </a:solidFill>
              <a:prstDash val="solid"/>
              <a:round/>
              <a:headEnd len="med" w="med" type="none"/>
              <a:tailEnd len="med" w="med" type="none"/>
            </a:ln>
          </p:spPr>
        </p:cxnSp>
        <p:cxnSp>
          <p:nvCxnSpPr>
            <p:cNvPr id="375" name="Google Shape;375;p8"/>
            <p:cNvCxnSpPr/>
            <p:nvPr/>
          </p:nvCxnSpPr>
          <p:spPr>
            <a:xfrm>
              <a:off x="-6867" y="3993550"/>
              <a:ext cx="273900" cy="407100"/>
            </a:xfrm>
            <a:prstGeom prst="straightConnector1">
              <a:avLst/>
            </a:prstGeom>
            <a:noFill/>
            <a:ln cap="flat" cmpd="sng" w="9525">
              <a:solidFill>
                <a:schemeClr val="dk1"/>
              </a:solidFill>
              <a:prstDash val="solid"/>
              <a:round/>
              <a:headEnd len="med" w="med" type="none"/>
              <a:tailEnd len="med" w="med" type="none"/>
            </a:ln>
          </p:spPr>
        </p:cxnSp>
        <p:grpSp>
          <p:nvGrpSpPr>
            <p:cNvPr id="376" name="Google Shape;376;p8"/>
            <p:cNvGrpSpPr/>
            <p:nvPr/>
          </p:nvGrpSpPr>
          <p:grpSpPr>
            <a:xfrm flipH="1">
              <a:off x="1278333" y="4513075"/>
              <a:ext cx="581800" cy="582350"/>
              <a:chOff x="8064275" y="887850"/>
              <a:chExt cx="581800" cy="582350"/>
            </a:xfrm>
          </p:grpSpPr>
          <p:sp>
            <p:nvSpPr>
              <p:cNvPr id="377" name="Google Shape;377;p8"/>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8"/>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8"/>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8"/>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8"/>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8"/>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 name="Google Shape;383;p8"/>
            <p:cNvGrpSpPr/>
            <p:nvPr/>
          </p:nvGrpSpPr>
          <p:grpSpPr>
            <a:xfrm flipH="1">
              <a:off x="2747608" y="4340463"/>
              <a:ext cx="292025" cy="292575"/>
              <a:chOff x="7353050" y="316275"/>
              <a:chExt cx="292025" cy="292575"/>
            </a:xfrm>
          </p:grpSpPr>
          <p:sp>
            <p:nvSpPr>
              <p:cNvPr id="384" name="Google Shape;384;p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8" name="Google Shape;388;p8"/>
            <p:cNvGrpSpPr/>
            <p:nvPr/>
          </p:nvGrpSpPr>
          <p:grpSpPr>
            <a:xfrm flipH="1">
              <a:off x="171308" y="4315025"/>
              <a:ext cx="175000" cy="175000"/>
              <a:chOff x="8792300" y="321275"/>
              <a:chExt cx="175000" cy="175000"/>
            </a:xfrm>
          </p:grpSpPr>
          <p:sp>
            <p:nvSpPr>
              <p:cNvPr id="389" name="Google Shape;389;p8"/>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8"/>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8"/>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8"/>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 name="Google Shape;393;p8"/>
            <p:cNvGrpSpPr/>
            <p:nvPr/>
          </p:nvGrpSpPr>
          <p:grpSpPr>
            <a:xfrm>
              <a:off x="3873197" y="4657550"/>
              <a:ext cx="293111" cy="293388"/>
              <a:chOff x="3164039" y="430875"/>
              <a:chExt cx="293111" cy="293388"/>
            </a:xfrm>
          </p:grpSpPr>
          <p:sp>
            <p:nvSpPr>
              <p:cNvPr id="394" name="Google Shape;394;p8"/>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8"/>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8"/>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8"/>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8"/>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8"/>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0" name="Google Shape;400;p8"/>
            <p:cNvGrpSpPr/>
            <p:nvPr/>
          </p:nvGrpSpPr>
          <p:grpSpPr>
            <a:xfrm flipH="1">
              <a:off x="242270" y="4142425"/>
              <a:ext cx="175013" cy="27000"/>
              <a:chOff x="5662375" y="212375"/>
              <a:chExt cx="175013" cy="27000"/>
            </a:xfrm>
          </p:grpSpPr>
          <p:sp>
            <p:nvSpPr>
              <p:cNvPr id="401" name="Google Shape;401;p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04" name="Google Shape;404;p8"/>
            <p:cNvCxnSpPr/>
            <p:nvPr/>
          </p:nvCxnSpPr>
          <p:spPr>
            <a:xfrm rot="10800000">
              <a:off x="5995050" y="226600"/>
              <a:ext cx="1504500" cy="224700"/>
            </a:xfrm>
            <a:prstGeom prst="straightConnector1">
              <a:avLst/>
            </a:prstGeom>
            <a:noFill/>
            <a:ln cap="flat" cmpd="sng" w="9525">
              <a:solidFill>
                <a:schemeClr val="dk1"/>
              </a:solidFill>
              <a:prstDash val="solid"/>
              <a:round/>
              <a:headEnd len="med" w="med" type="none"/>
              <a:tailEnd len="med" w="med" type="none"/>
            </a:ln>
          </p:spPr>
        </p:cxnSp>
        <p:cxnSp>
          <p:nvCxnSpPr>
            <p:cNvPr id="405" name="Google Shape;405;p8"/>
            <p:cNvCxnSpPr/>
            <p:nvPr/>
          </p:nvCxnSpPr>
          <p:spPr>
            <a:xfrm rot="10800000">
              <a:off x="7512925" y="457850"/>
              <a:ext cx="829500" cy="743400"/>
            </a:xfrm>
            <a:prstGeom prst="straightConnector1">
              <a:avLst/>
            </a:prstGeom>
            <a:noFill/>
            <a:ln cap="flat" cmpd="sng" w="9525">
              <a:solidFill>
                <a:schemeClr val="dk1"/>
              </a:solidFill>
              <a:prstDash val="solid"/>
              <a:round/>
              <a:headEnd len="med" w="med" type="none"/>
              <a:tailEnd len="med" w="med" type="none"/>
            </a:ln>
          </p:spPr>
        </p:cxnSp>
        <p:cxnSp>
          <p:nvCxnSpPr>
            <p:cNvPr id="406" name="Google Shape;406;p8"/>
            <p:cNvCxnSpPr/>
            <p:nvPr/>
          </p:nvCxnSpPr>
          <p:spPr>
            <a:xfrm flipH="1">
              <a:off x="8348975" y="-6625"/>
              <a:ext cx="796500" cy="1188000"/>
            </a:xfrm>
            <a:prstGeom prst="straightConnector1">
              <a:avLst/>
            </a:prstGeom>
            <a:noFill/>
            <a:ln cap="flat" cmpd="sng" w="9525">
              <a:solidFill>
                <a:schemeClr val="dk1"/>
              </a:solidFill>
              <a:prstDash val="solid"/>
              <a:round/>
              <a:headEnd len="med" w="med" type="none"/>
              <a:tailEnd len="med" w="med" type="none"/>
            </a:ln>
          </p:spPr>
        </p:cxnSp>
        <p:grpSp>
          <p:nvGrpSpPr>
            <p:cNvPr id="407" name="Google Shape;407;p8"/>
            <p:cNvGrpSpPr/>
            <p:nvPr/>
          </p:nvGrpSpPr>
          <p:grpSpPr>
            <a:xfrm>
              <a:off x="8064275" y="1040250"/>
              <a:ext cx="581800" cy="582350"/>
              <a:chOff x="8064275" y="887850"/>
              <a:chExt cx="581800" cy="582350"/>
            </a:xfrm>
          </p:grpSpPr>
          <p:sp>
            <p:nvSpPr>
              <p:cNvPr id="408" name="Google Shape;408;p8"/>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8"/>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8"/>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8"/>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8"/>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8"/>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 name="Google Shape;414;p8"/>
            <p:cNvGrpSpPr/>
            <p:nvPr/>
          </p:nvGrpSpPr>
          <p:grpSpPr>
            <a:xfrm>
              <a:off x="7353050" y="316275"/>
              <a:ext cx="292025" cy="292575"/>
              <a:chOff x="7353050" y="316275"/>
              <a:chExt cx="292025" cy="292575"/>
            </a:xfrm>
          </p:grpSpPr>
          <p:sp>
            <p:nvSpPr>
              <p:cNvPr id="415" name="Google Shape;415;p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 name="Google Shape;419;p8"/>
            <p:cNvGrpSpPr/>
            <p:nvPr/>
          </p:nvGrpSpPr>
          <p:grpSpPr>
            <a:xfrm>
              <a:off x="8792300" y="321275"/>
              <a:ext cx="175000" cy="175000"/>
              <a:chOff x="8792300" y="321275"/>
              <a:chExt cx="175000" cy="175000"/>
            </a:xfrm>
          </p:grpSpPr>
          <p:sp>
            <p:nvSpPr>
              <p:cNvPr id="420" name="Google Shape;420;p8"/>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8"/>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8"/>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8"/>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4" name="Google Shape;424;p8"/>
            <p:cNvSpPr/>
            <p:nvPr/>
          </p:nvSpPr>
          <p:spPr>
            <a:xfrm>
              <a:off x="5829305" y="687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8"/>
            <p:cNvSpPr/>
            <p:nvPr/>
          </p:nvSpPr>
          <p:spPr>
            <a:xfrm>
              <a:off x="5827050" y="661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8"/>
            <p:cNvSpPr/>
            <p:nvPr/>
          </p:nvSpPr>
          <p:spPr>
            <a:xfrm>
              <a:off x="5865794" y="1052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8"/>
            <p:cNvSpPr/>
            <p:nvPr/>
          </p:nvSpPr>
          <p:spPr>
            <a:xfrm>
              <a:off x="5863552" y="1026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8"/>
            <p:cNvSpPr/>
            <p:nvPr/>
          </p:nvSpPr>
          <p:spPr>
            <a:xfrm>
              <a:off x="5905382" y="1447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8"/>
            <p:cNvSpPr/>
            <p:nvPr/>
          </p:nvSpPr>
          <p:spPr>
            <a:xfrm>
              <a:off x="5903140" y="1425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0" name="Google Shape;430;p8"/>
            <p:cNvGrpSpPr/>
            <p:nvPr/>
          </p:nvGrpSpPr>
          <p:grpSpPr>
            <a:xfrm>
              <a:off x="8490050" y="170875"/>
              <a:ext cx="175013" cy="27000"/>
              <a:chOff x="5662375" y="212375"/>
              <a:chExt cx="175013" cy="27000"/>
            </a:xfrm>
          </p:grpSpPr>
          <p:sp>
            <p:nvSpPr>
              <p:cNvPr id="431" name="Google Shape;431;p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4" name="Google Shape;434;p8"/>
            <p:cNvGrpSpPr/>
            <p:nvPr/>
          </p:nvGrpSpPr>
          <p:grpSpPr>
            <a:xfrm>
              <a:off x="8678350" y="1658000"/>
              <a:ext cx="175013" cy="27000"/>
              <a:chOff x="5662375" y="212375"/>
              <a:chExt cx="175013" cy="27000"/>
            </a:xfrm>
          </p:grpSpPr>
          <p:sp>
            <p:nvSpPr>
              <p:cNvPr id="435" name="Google Shape;435;p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8" name="Shape 438"/>
        <p:cNvGrpSpPr/>
        <p:nvPr/>
      </p:nvGrpSpPr>
      <p:grpSpPr>
        <a:xfrm>
          <a:off x="0" y="0"/>
          <a:ext cx="0" cy="0"/>
          <a:chOff x="0" y="0"/>
          <a:chExt cx="0" cy="0"/>
        </a:xfrm>
      </p:grpSpPr>
      <p:sp>
        <p:nvSpPr>
          <p:cNvPr id="439" name="Google Shape;439;p9"/>
          <p:cNvSpPr txBox="1"/>
          <p:nvPr>
            <p:ph type="title"/>
          </p:nvPr>
        </p:nvSpPr>
        <p:spPr>
          <a:xfrm>
            <a:off x="896112" y="2039112"/>
            <a:ext cx="3566100" cy="13626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40" name="Google Shape;440;p9"/>
          <p:cNvSpPr txBox="1"/>
          <p:nvPr>
            <p:ph idx="1" type="body"/>
          </p:nvPr>
        </p:nvSpPr>
        <p:spPr>
          <a:xfrm>
            <a:off x="4899150" y="821850"/>
            <a:ext cx="3096000" cy="3478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1pPr>
            <a:lvl2pPr indent="-317500" lvl="1" marL="9144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2pPr>
            <a:lvl3pPr indent="-317500" lvl="2" marL="13716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3pPr>
            <a:lvl4pPr indent="-317500" lvl="3" marL="18288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4pPr>
            <a:lvl5pPr indent="-317500" lvl="4" marL="22860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5pPr>
            <a:lvl6pPr indent="-317500" lvl="5" marL="27432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6pPr>
            <a:lvl7pPr indent="-317500" lvl="6" marL="32004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7pPr>
            <a:lvl8pPr indent="-317500" lvl="7" marL="36576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8pPr>
            <a:lvl9pPr indent="-317500" lvl="8" marL="41148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9pPr>
          </a:lstStyle>
          <a:p/>
        </p:txBody>
      </p:sp>
      <p:cxnSp>
        <p:nvCxnSpPr>
          <p:cNvPr id="441" name="Google Shape;441;p9"/>
          <p:cNvCxnSpPr/>
          <p:nvPr/>
        </p:nvCxnSpPr>
        <p:spPr>
          <a:xfrm>
            <a:off x="1645925" y="523125"/>
            <a:ext cx="1672500" cy="126000"/>
          </a:xfrm>
          <a:prstGeom prst="straightConnector1">
            <a:avLst/>
          </a:prstGeom>
          <a:noFill/>
          <a:ln cap="flat" cmpd="sng" w="9525">
            <a:solidFill>
              <a:schemeClr val="dk1"/>
            </a:solidFill>
            <a:prstDash val="solid"/>
            <a:round/>
            <a:headEnd len="med" w="med" type="none"/>
            <a:tailEnd len="med" w="med" type="none"/>
          </a:ln>
        </p:spPr>
      </p:cxnSp>
      <p:cxnSp>
        <p:nvCxnSpPr>
          <p:cNvPr id="442" name="Google Shape;442;p9"/>
          <p:cNvCxnSpPr/>
          <p:nvPr/>
        </p:nvCxnSpPr>
        <p:spPr>
          <a:xfrm flipH="1" rot="10800000">
            <a:off x="803050" y="529675"/>
            <a:ext cx="829500" cy="743400"/>
          </a:xfrm>
          <a:prstGeom prst="straightConnector1">
            <a:avLst/>
          </a:prstGeom>
          <a:noFill/>
          <a:ln cap="flat" cmpd="sng" w="9525">
            <a:solidFill>
              <a:schemeClr val="dk1"/>
            </a:solidFill>
            <a:prstDash val="solid"/>
            <a:round/>
            <a:headEnd len="med" w="med" type="none"/>
            <a:tailEnd len="med" w="med" type="none"/>
          </a:ln>
        </p:spPr>
      </p:cxnSp>
      <p:cxnSp>
        <p:nvCxnSpPr>
          <p:cNvPr id="443" name="Google Shape;443;p9"/>
          <p:cNvCxnSpPr/>
          <p:nvPr/>
        </p:nvCxnSpPr>
        <p:spPr>
          <a:xfrm>
            <a:off x="0" y="65200"/>
            <a:ext cx="796500" cy="1188000"/>
          </a:xfrm>
          <a:prstGeom prst="straightConnector1">
            <a:avLst/>
          </a:prstGeom>
          <a:noFill/>
          <a:ln cap="flat" cmpd="sng" w="9525">
            <a:solidFill>
              <a:schemeClr val="dk1"/>
            </a:solidFill>
            <a:prstDash val="solid"/>
            <a:round/>
            <a:headEnd len="med" w="med" type="none"/>
            <a:tailEnd len="med" w="med" type="none"/>
          </a:ln>
        </p:spPr>
      </p:cxnSp>
      <p:grpSp>
        <p:nvGrpSpPr>
          <p:cNvPr id="444" name="Google Shape;444;p9"/>
          <p:cNvGrpSpPr/>
          <p:nvPr/>
        </p:nvGrpSpPr>
        <p:grpSpPr>
          <a:xfrm flipH="1">
            <a:off x="499400" y="959675"/>
            <a:ext cx="581800" cy="582350"/>
            <a:chOff x="8064275" y="887850"/>
            <a:chExt cx="581800" cy="582350"/>
          </a:xfrm>
        </p:grpSpPr>
        <p:sp>
          <p:nvSpPr>
            <p:cNvPr id="445" name="Google Shape;445;p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1" name="Google Shape;451;p9"/>
          <p:cNvGrpSpPr/>
          <p:nvPr/>
        </p:nvGrpSpPr>
        <p:grpSpPr>
          <a:xfrm flipH="1">
            <a:off x="1500400" y="388100"/>
            <a:ext cx="292025" cy="292575"/>
            <a:chOff x="7353050" y="316275"/>
            <a:chExt cx="292025" cy="292575"/>
          </a:xfrm>
        </p:grpSpPr>
        <p:sp>
          <p:nvSpPr>
            <p:cNvPr id="452" name="Google Shape;452;p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6" name="Google Shape;456;p9"/>
          <p:cNvSpPr/>
          <p:nvPr/>
        </p:nvSpPr>
        <p:spPr>
          <a:xfrm flipH="1">
            <a:off x="3166281" y="497632"/>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9"/>
          <p:cNvSpPr/>
          <p:nvPr/>
        </p:nvSpPr>
        <p:spPr>
          <a:xfrm flipH="1">
            <a:off x="3164039" y="495100"/>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9"/>
          <p:cNvSpPr/>
          <p:nvPr/>
        </p:nvSpPr>
        <p:spPr>
          <a:xfrm flipH="1">
            <a:off x="3202780" y="534134"/>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9"/>
          <p:cNvSpPr/>
          <p:nvPr/>
        </p:nvSpPr>
        <p:spPr>
          <a:xfrm flipH="1">
            <a:off x="3200525" y="531602"/>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9"/>
          <p:cNvSpPr/>
          <p:nvPr/>
        </p:nvSpPr>
        <p:spPr>
          <a:xfrm flipH="1">
            <a:off x="3242641" y="573709"/>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9"/>
          <p:cNvSpPr/>
          <p:nvPr/>
        </p:nvSpPr>
        <p:spPr>
          <a:xfrm flipH="1">
            <a:off x="3240109" y="571467"/>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2" name="Google Shape;462;p9"/>
          <p:cNvGrpSpPr/>
          <p:nvPr/>
        </p:nvGrpSpPr>
        <p:grpSpPr>
          <a:xfrm flipH="1">
            <a:off x="3527112" y="361100"/>
            <a:ext cx="175013" cy="27000"/>
            <a:chOff x="5662375" y="212375"/>
            <a:chExt cx="175013" cy="27000"/>
          </a:xfrm>
        </p:grpSpPr>
        <p:sp>
          <p:nvSpPr>
            <p:cNvPr id="463" name="Google Shape;463;p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6" name="Google Shape;466;p9"/>
          <p:cNvGrpSpPr/>
          <p:nvPr/>
        </p:nvGrpSpPr>
        <p:grpSpPr>
          <a:xfrm flipH="1">
            <a:off x="480412" y="242700"/>
            <a:ext cx="175013" cy="27000"/>
            <a:chOff x="5662375" y="212375"/>
            <a:chExt cx="175013" cy="27000"/>
          </a:xfrm>
        </p:grpSpPr>
        <p:sp>
          <p:nvSpPr>
            <p:cNvPr id="467" name="Google Shape;467;p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0" name="Google Shape;470;p9"/>
          <p:cNvGrpSpPr/>
          <p:nvPr/>
        </p:nvGrpSpPr>
        <p:grpSpPr>
          <a:xfrm flipH="1">
            <a:off x="901712" y="1653625"/>
            <a:ext cx="175013" cy="27000"/>
            <a:chOff x="5662375" y="212375"/>
            <a:chExt cx="175013" cy="27000"/>
          </a:xfrm>
        </p:grpSpPr>
        <p:sp>
          <p:nvSpPr>
            <p:cNvPr id="471" name="Google Shape;471;p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74" name="Google Shape;474;p9"/>
          <p:cNvCxnSpPr/>
          <p:nvPr/>
        </p:nvCxnSpPr>
        <p:spPr>
          <a:xfrm>
            <a:off x="791400" y="42124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475" name="Google Shape;475;p9"/>
          <p:cNvCxnSpPr/>
          <p:nvPr/>
        </p:nvCxnSpPr>
        <p:spPr>
          <a:xfrm flipH="1" rot="10800000">
            <a:off x="0" y="42204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476" name="Google Shape;476;p9"/>
          <p:cNvGrpSpPr/>
          <p:nvPr/>
        </p:nvGrpSpPr>
        <p:grpSpPr>
          <a:xfrm rot="10800000">
            <a:off x="499400" y="3940925"/>
            <a:ext cx="581800" cy="582350"/>
            <a:chOff x="8064275" y="887850"/>
            <a:chExt cx="581800" cy="582350"/>
          </a:xfrm>
        </p:grpSpPr>
        <p:sp>
          <p:nvSpPr>
            <p:cNvPr id="477" name="Google Shape;477;p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3" name="Google Shape;483;p9"/>
          <p:cNvGrpSpPr/>
          <p:nvPr/>
        </p:nvGrpSpPr>
        <p:grpSpPr>
          <a:xfrm rot="10800000">
            <a:off x="1819575" y="4586750"/>
            <a:ext cx="292025" cy="292575"/>
            <a:chOff x="7353050" y="316275"/>
            <a:chExt cx="292025" cy="292575"/>
          </a:xfrm>
        </p:grpSpPr>
        <p:sp>
          <p:nvSpPr>
            <p:cNvPr id="484" name="Google Shape;484;p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8" name="Google Shape;488;p9"/>
          <p:cNvGrpSpPr/>
          <p:nvPr/>
        </p:nvGrpSpPr>
        <p:grpSpPr>
          <a:xfrm rot="10800000">
            <a:off x="212525" y="4645550"/>
            <a:ext cx="175000" cy="175000"/>
            <a:chOff x="8792300" y="321275"/>
            <a:chExt cx="175000" cy="175000"/>
          </a:xfrm>
        </p:grpSpPr>
        <p:sp>
          <p:nvSpPr>
            <p:cNvPr id="489" name="Google Shape;489;p9"/>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9"/>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9"/>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9"/>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3" name="Google Shape;493;p9"/>
          <p:cNvGrpSpPr/>
          <p:nvPr/>
        </p:nvGrpSpPr>
        <p:grpSpPr>
          <a:xfrm rot="10800000">
            <a:off x="480412" y="4852325"/>
            <a:ext cx="175013" cy="27000"/>
            <a:chOff x="5662375" y="212375"/>
            <a:chExt cx="175013" cy="27000"/>
          </a:xfrm>
        </p:grpSpPr>
        <p:sp>
          <p:nvSpPr>
            <p:cNvPr id="494" name="Google Shape;494;p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7" name="Google Shape;497;p9"/>
          <p:cNvGrpSpPr/>
          <p:nvPr/>
        </p:nvGrpSpPr>
        <p:grpSpPr>
          <a:xfrm rot="10800000">
            <a:off x="1054112" y="3898600"/>
            <a:ext cx="175013" cy="27000"/>
            <a:chOff x="5662375" y="212375"/>
            <a:chExt cx="175013" cy="27000"/>
          </a:xfrm>
        </p:grpSpPr>
        <p:sp>
          <p:nvSpPr>
            <p:cNvPr id="498" name="Google Shape;498;p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1" name="Shape 501"/>
        <p:cNvGrpSpPr/>
        <p:nvPr/>
      </p:nvGrpSpPr>
      <p:grpSpPr>
        <a:xfrm>
          <a:off x="0" y="0"/>
          <a:ext cx="0" cy="0"/>
          <a:chOff x="0" y="0"/>
          <a:chExt cx="0" cy="0"/>
        </a:xfrm>
      </p:grpSpPr>
      <p:sp>
        <p:nvSpPr>
          <p:cNvPr id="502" name="Google Shape;502;p10"/>
          <p:cNvSpPr txBox="1"/>
          <p:nvPr>
            <p:ph idx="1" type="body"/>
          </p:nvPr>
        </p:nvSpPr>
        <p:spPr>
          <a:xfrm>
            <a:off x="1122050" y="1947672"/>
            <a:ext cx="2788800" cy="1362600"/>
          </a:xfrm>
          <a:prstGeom prst="rect">
            <a:avLst/>
          </a:prstGeom>
          <a:noFill/>
          <a:ln>
            <a:noFill/>
          </a:ln>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dk2"/>
              </a:buClr>
              <a:buSzPts val="1600"/>
              <a:buFont typeface="Barlow Semi Condensed"/>
              <a:buNone/>
              <a:defRPr sz="1600">
                <a:solidFill>
                  <a:schemeClr val="dk2"/>
                </a:solidFill>
                <a:latin typeface="Barlow Semi Condensed"/>
                <a:ea typeface="Barlow Semi Condensed"/>
                <a:cs typeface="Barlow Semi Condensed"/>
                <a:sym typeface="Barlow Semi Condensed"/>
              </a:defRPr>
            </a:lvl1pPr>
          </a:lstStyle>
          <a:p/>
        </p:txBody>
      </p:sp>
      <p:sp>
        <p:nvSpPr>
          <p:cNvPr id="503" name="Google Shape;503;p10"/>
          <p:cNvSpPr txBox="1"/>
          <p:nvPr>
            <p:ph type="title"/>
          </p:nvPr>
        </p:nvSpPr>
        <p:spPr>
          <a:xfrm>
            <a:off x="2100600" y="347472"/>
            <a:ext cx="4947000" cy="585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cxnSp>
        <p:nvCxnSpPr>
          <p:cNvPr id="504" name="Google Shape;504;p10"/>
          <p:cNvCxnSpPr/>
          <p:nvPr/>
        </p:nvCxnSpPr>
        <p:spPr>
          <a:xfrm>
            <a:off x="590450" y="4340600"/>
            <a:ext cx="1212900" cy="422700"/>
          </a:xfrm>
          <a:prstGeom prst="straightConnector1">
            <a:avLst/>
          </a:prstGeom>
          <a:noFill/>
          <a:ln cap="flat" cmpd="sng" w="9525">
            <a:solidFill>
              <a:schemeClr val="dk1"/>
            </a:solidFill>
            <a:prstDash val="solid"/>
            <a:round/>
            <a:headEnd len="med" w="med" type="none"/>
            <a:tailEnd len="med" w="med" type="none"/>
          </a:ln>
        </p:spPr>
      </p:cxnSp>
      <p:cxnSp>
        <p:nvCxnSpPr>
          <p:cNvPr id="505" name="Google Shape;505;p10"/>
          <p:cNvCxnSpPr/>
          <p:nvPr/>
        </p:nvCxnSpPr>
        <p:spPr>
          <a:xfrm flipH="1" rot="10800000">
            <a:off x="7975" y="4332600"/>
            <a:ext cx="582600" cy="654300"/>
          </a:xfrm>
          <a:prstGeom prst="straightConnector1">
            <a:avLst/>
          </a:prstGeom>
          <a:noFill/>
          <a:ln cap="flat" cmpd="sng" w="9525">
            <a:solidFill>
              <a:schemeClr val="dk1"/>
            </a:solidFill>
            <a:prstDash val="solid"/>
            <a:round/>
            <a:headEnd len="med" w="med" type="none"/>
            <a:tailEnd len="med" w="med" type="none"/>
          </a:ln>
        </p:spPr>
      </p:cxnSp>
      <p:grpSp>
        <p:nvGrpSpPr>
          <p:cNvPr id="506" name="Google Shape;506;p10"/>
          <p:cNvGrpSpPr/>
          <p:nvPr/>
        </p:nvGrpSpPr>
        <p:grpSpPr>
          <a:xfrm flipH="1">
            <a:off x="431725" y="4183775"/>
            <a:ext cx="292025" cy="292575"/>
            <a:chOff x="7353050" y="316275"/>
            <a:chExt cx="292025" cy="292575"/>
          </a:xfrm>
        </p:grpSpPr>
        <p:sp>
          <p:nvSpPr>
            <p:cNvPr id="507" name="Google Shape;507;p1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1" name="Google Shape;511;p10"/>
          <p:cNvGrpSpPr/>
          <p:nvPr/>
        </p:nvGrpSpPr>
        <p:grpSpPr>
          <a:xfrm>
            <a:off x="1646714" y="4616575"/>
            <a:ext cx="293111" cy="293388"/>
            <a:chOff x="3164039" y="430875"/>
            <a:chExt cx="293111" cy="293388"/>
          </a:xfrm>
        </p:grpSpPr>
        <p:sp>
          <p:nvSpPr>
            <p:cNvPr id="512" name="Google Shape;512;p10"/>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0"/>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0"/>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0"/>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0"/>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0"/>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18" name="Google Shape;518;p10"/>
          <p:cNvCxnSpPr/>
          <p:nvPr/>
        </p:nvCxnSpPr>
        <p:spPr>
          <a:xfrm rot="10800000">
            <a:off x="7196975" y="2951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519" name="Google Shape;519;p10"/>
          <p:cNvCxnSpPr/>
          <p:nvPr/>
        </p:nvCxnSpPr>
        <p:spPr>
          <a:xfrm flipH="1">
            <a:off x="8354075" y="-66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520" name="Google Shape;520;p10"/>
          <p:cNvGrpSpPr/>
          <p:nvPr/>
        </p:nvGrpSpPr>
        <p:grpSpPr>
          <a:xfrm>
            <a:off x="8064275" y="526925"/>
            <a:ext cx="581800" cy="582350"/>
            <a:chOff x="8064275" y="887850"/>
            <a:chExt cx="581800" cy="582350"/>
          </a:xfrm>
        </p:grpSpPr>
        <p:sp>
          <p:nvSpPr>
            <p:cNvPr id="521" name="Google Shape;521;p1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7" name="Google Shape;527;p10"/>
          <p:cNvGrpSpPr/>
          <p:nvPr/>
        </p:nvGrpSpPr>
        <p:grpSpPr>
          <a:xfrm>
            <a:off x="7033875" y="170875"/>
            <a:ext cx="292025" cy="292575"/>
            <a:chOff x="7353050" y="316275"/>
            <a:chExt cx="292025" cy="292575"/>
          </a:xfrm>
        </p:grpSpPr>
        <p:sp>
          <p:nvSpPr>
            <p:cNvPr id="528" name="Google Shape;528;p1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2" name="Google Shape;532;p10"/>
          <p:cNvGrpSpPr/>
          <p:nvPr/>
        </p:nvGrpSpPr>
        <p:grpSpPr>
          <a:xfrm>
            <a:off x="8757950" y="229650"/>
            <a:ext cx="175000" cy="175000"/>
            <a:chOff x="8792300" y="321275"/>
            <a:chExt cx="175000" cy="175000"/>
          </a:xfrm>
        </p:grpSpPr>
        <p:sp>
          <p:nvSpPr>
            <p:cNvPr id="533" name="Google Shape;533;p10"/>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0"/>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0"/>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0"/>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7" name="Google Shape;537;p10"/>
          <p:cNvGrpSpPr/>
          <p:nvPr/>
        </p:nvGrpSpPr>
        <p:grpSpPr>
          <a:xfrm>
            <a:off x="8490050" y="170875"/>
            <a:ext cx="175013" cy="27000"/>
            <a:chOff x="5662375" y="212375"/>
            <a:chExt cx="175013" cy="27000"/>
          </a:xfrm>
        </p:grpSpPr>
        <p:sp>
          <p:nvSpPr>
            <p:cNvPr id="538" name="Google Shape;538;p1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1" name="Google Shape;541;p10"/>
          <p:cNvGrpSpPr/>
          <p:nvPr/>
        </p:nvGrpSpPr>
        <p:grpSpPr>
          <a:xfrm>
            <a:off x="7916350" y="1124600"/>
            <a:ext cx="175013" cy="27000"/>
            <a:chOff x="5662375" y="212375"/>
            <a:chExt cx="175013" cy="27000"/>
          </a:xfrm>
        </p:grpSpPr>
        <p:sp>
          <p:nvSpPr>
            <p:cNvPr id="542" name="Google Shape;542;p1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45" name="Shape 545"/>
        <p:cNvGrpSpPr/>
        <p:nvPr/>
      </p:nvGrpSpPr>
      <p:grpSpPr>
        <a:xfrm>
          <a:off x="0" y="0"/>
          <a:ext cx="0" cy="0"/>
          <a:chOff x="0" y="0"/>
          <a:chExt cx="0" cy="0"/>
        </a:xfrm>
      </p:grpSpPr>
      <p:grpSp>
        <p:nvGrpSpPr>
          <p:cNvPr id="546" name="Google Shape;546;p11"/>
          <p:cNvGrpSpPr/>
          <p:nvPr/>
        </p:nvGrpSpPr>
        <p:grpSpPr>
          <a:xfrm rot="10800000">
            <a:off x="1954823" y="1124844"/>
            <a:ext cx="5234354" cy="3069144"/>
            <a:chOff x="1098425" y="237675"/>
            <a:chExt cx="5358675" cy="5174750"/>
          </a:xfrm>
        </p:grpSpPr>
        <p:sp>
          <p:nvSpPr>
            <p:cNvPr id="547" name="Google Shape;547;p11"/>
            <p:cNvSpPr/>
            <p:nvPr/>
          </p:nvSpPr>
          <p:spPr>
            <a:xfrm>
              <a:off x="1098425" y="237675"/>
              <a:ext cx="5358675" cy="5173850"/>
            </a:xfrm>
            <a:custGeom>
              <a:rect b="b" l="l" r="r" t="t"/>
              <a:pathLst>
                <a:path extrusionOk="0" h="206954" w="214347">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1"/>
            <p:cNvSpPr/>
            <p:nvPr/>
          </p:nvSpPr>
          <p:spPr>
            <a:xfrm>
              <a:off x="1098425" y="237675"/>
              <a:ext cx="5358675" cy="5173850"/>
            </a:xfrm>
            <a:custGeom>
              <a:rect b="b" l="l" r="r" t="t"/>
              <a:pathLst>
                <a:path extrusionOk="0" h="206954" w="214347">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1"/>
            <p:cNvSpPr/>
            <p:nvPr/>
          </p:nvSpPr>
          <p:spPr>
            <a:xfrm>
              <a:off x="1119425" y="238125"/>
              <a:ext cx="5331675" cy="5174300"/>
            </a:xfrm>
            <a:custGeom>
              <a:rect b="b" l="l" r="r" t="t"/>
              <a:pathLst>
                <a:path extrusionOk="0" h="206972" w="213267">
                  <a:moveTo>
                    <a:pt x="114278" y="0"/>
                  </a:moveTo>
                  <a:cubicBezTo>
                    <a:pt x="106004" y="0"/>
                    <a:pt x="97190" y="1739"/>
                    <a:pt x="87837" y="5636"/>
                  </a:cubicBezTo>
                  <a:cubicBezTo>
                    <a:pt x="66552" y="14570"/>
                    <a:pt x="49704" y="31717"/>
                    <a:pt x="36634" y="50724"/>
                  </a:cubicBezTo>
                  <a:cubicBezTo>
                    <a:pt x="16248" y="80223"/>
                    <a:pt x="3657" y="115058"/>
                    <a:pt x="420" y="150792"/>
                  </a:cubicBezTo>
                  <a:cubicBezTo>
                    <a:pt x="180" y="153610"/>
                    <a:pt x="0" y="156488"/>
                    <a:pt x="0" y="159366"/>
                  </a:cubicBezTo>
                  <a:cubicBezTo>
                    <a:pt x="0" y="171058"/>
                    <a:pt x="2578" y="182929"/>
                    <a:pt x="11632" y="189704"/>
                  </a:cubicBezTo>
                  <a:cubicBezTo>
                    <a:pt x="18287" y="194621"/>
                    <a:pt x="27041" y="195640"/>
                    <a:pt x="35315" y="196419"/>
                  </a:cubicBezTo>
                  <a:cubicBezTo>
                    <a:pt x="67631" y="199597"/>
                    <a:pt x="99948" y="202775"/>
                    <a:pt x="132265" y="205893"/>
                  </a:cubicBezTo>
                  <a:cubicBezTo>
                    <a:pt x="137601" y="206432"/>
                    <a:pt x="143057" y="206972"/>
                    <a:pt x="148393" y="206972"/>
                  </a:cubicBezTo>
                  <a:cubicBezTo>
                    <a:pt x="155648" y="206972"/>
                    <a:pt x="162723" y="206013"/>
                    <a:pt x="169258" y="203075"/>
                  </a:cubicBezTo>
                  <a:cubicBezTo>
                    <a:pt x="184907" y="196000"/>
                    <a:pt x="193241" y="179092"/>
                    <a:pt x="200376" y="163443"/>
                  </a:cubicBezTo>
                  <a:cubicBezTo>
                    <a:pt x="206611" y="149713"/>
                    <a:pt x="213027" y="135443"/>
                    <a:pt x="213266" y="120334"/>
                  </a:cubicBezTo>
                  <a:cubicBezTo>
                    <a:pt x="213266" y="120034"/>
                    <a:pt x="213266" y="119734"/>
                    <a:pt x="213266" y="119375"/>
                  </a:cubicBezTo>
                  <a:cubicBezTo>
                    <a:pt x="213266" y="104925"/>
                    <a:pt x="207690" y="90955"/>
                    <a:pt x="201035" y="78064"/>
                  </a:cubicBezTo>
                  <a:cubicBezTo>
                    <a:pt x="182569" y="42150"/>
                    <a:pt x="154809" y="0"/>
                    <a:pt x="1142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0" name="Google Shape;550;p11"/>
          <p:cNvSpPr txBox="1"/>
          <p:nvPr>
            <p:ph idx="1" type="subTitle"/>
          </p:nvPr>
        </p:nvSpPr>
        <p:spPr>
          <a:xfrm>
            <a:off x="3227832" y="2816352"/>
            <a:ext cx="2679300" cy="6585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cxnSp>
        <p:nvCxnSpPr>
          <p:cNvPr id="551" name="Google Shape;551;p11"/>
          <p:cNvCxnSpPr/>
          <p:nvPr/>
        </p:nvCxnSpPr>
        <p:spPr>
          <a:xfrm rot="5400000">
            <a:off x="7269708" y="3324550"/>
            <a:ext cx="1133100" cy="306300"/>
          </a:xfrm>
          <a:prstGeom prst="straightConnector1">
            <a:avLst/>
          </a:prstGeom>
          <a:noFill/>
          <a:ln cap="flat" cmpd="sng" w="9525">
            <a:solidFill>
              <a:schemeClr val="dk1"/>
            </a:solidFill>
            <a:prstDash val="solid"/>
            <a:round/>
            <a:headEnd len="med" w="med" type="none"/>
            <a:tailEnd len="med" w="med" type="none"/>
          </a:ln>
        </p:spPr>
      </p:cxnSp>
      <p:cxnSp>
        <p:nvCxnSpPr>
          <p:cNvPr id="552" name="Google Shape;552;p11"/>
          <p:cNvCxnSpPr/>
          <p:nvPr/>
        </p:nvCxnSpPr>
        <p:spPr>
          <a:xfrm flipH="1" rot="-5400000">
            <a:off x="7181408" y="2082400"/>
            <a:ext cx="1342200" cy="315300"/>
          </a:xfrm>
          <a:prstGeom prst="straightConnector1">
            <a:avLst/>
          </a:prstGeom>
          <a:noFill/>
          <a:ln cap="flat" cmpd="sng" w="9525">
            <a:solidFill>
              <a:schemeClr val="dk1"/>
            </a:solidFill>
            <a:prstDash val="solid"/>
            <a:round/>
            <a:headEnd len="med" w="med" type="none"/>
            <a:tailEnd len="med" w="med" type="none"/>
          </a:ln>
        </p:spPr>
      </p:cxnSp>
      <p:cxnSp>
        <p:nvCxnSpPr>
          <p:cNvPr id="553" name="Google Shape;553;p11"/>
          <p:cNvCxnSpPr/>
          <p:nvPr/>
        </p:nvCxnSpPr>
        <p:spPr>
          <a:xfrm rot="5400000">
            <a:off x="7232433" y="736375"/>
            <a:ext cx="1332000" cy="392100"/>
          </a:xfrm>
          <a:prstGeom prst="straightConnector1">
            <a:avLst/>
          </a:prstGeom>
          <a:noFill/>
          <a:ln cap="flat" cmpd="sng" w="9525">
            <a:solidFill>
              <a:schemeClr val="dk1"/>
            </a:solidFill>
            <a:prstDash val="solid"/>
            <a:round/>
            <a:headEnd len="med" w="med" type="none"/>
            <a:tailEnd len="med" w="med" type="none"/>
          </a:ln>
        </p:spPr>
      </p:cxnSp>
      <p:cxnSp>
        <p:nvCxnSpPr>
          <p:cNvPr id="554" name="Google Shape;554;p11"/>
          <p:cNvCxnSpPr/>
          <p:nvPr/>
        </p:nvCxnSpPr>
        <p:spPr>
          <a:xfrm rot="5400000">
            <a:off x="8168433" y="-66600"/>
            <a:ext cx="273900" cy="407100"/>
          </a:xfrm>
          <a:prstGeom prst="straightConnector1">
            <a:avLst/>
          </a:prstGeom>
          <a:noFill/>
          <a:ln cap="flat" cmpd="sng" w="9525">
            <a:solidFill>
              <a:schemeClr val="dk1"/>
            </a:solidFill>
            <a:prstDash val="solid"/>
            <a:round/>
            <a:headEnd len="med" w="med" type="none"/>
            <a:tailEnd len="med" w="med" type="none"/>
          </a:ln>
        </p:spPr>
      </p:cxnSp>
      <p:grpSp>
        <p:nvGrpSpPr>
          <p:cNvPr id="555" name="Google Shape;555;p11"/>
          <p:cNvGrpSpPr/>
          <p:nvPr/>
        </p:nvGrpSpPr>
        <p:grpSpPr>
          <a:xfrm flipH="1" rot="5400000">
            <a:off x="7407333" y="1284925"/>
            <a:ext cx="581800" cy="582350"/>
            <a:chOff x="8064275" y="887850"/>
            <a:chExt cx="581800" cy="582350"/>
          </a:xfrm>
        </p:grpSpPr>
        <p:sp>
          <p:nvSpPr>
            <p:cNvPr id="556" name="Google Shape;556;p1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 name="Google Shape;562;p11"/>
          <p:cNvGrpSpPr/>
          <p:nvPr/>
        </p:nvGrpSpPr>
        <p:grpSpPr>
          <a:xfrm flipH="1" rot="5400000">
            <a:off x="7869720" y="2754200"/>
            <a:ext cx="292025" cy="292575"/>
            <a:chOff x="7353050" y="316275"/>
            <a:chExt cx="292025" cy="292575"/>
          </a:xfrm>
        </p:grpSpPr>
        <p:sp>
          <p:nvSpPr>
            <p:cNvPr id="563" name="Google Shape;563;p1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7" name="Google Shape;567;p11"/>
          <p:cNvGrpSpPr/>
          <p:nvPr/>
        </p:nvGrpSpPr>
        <p:grpSpPr>
          <a:xfrm flipH="1" rot="5400000">
            <a:off x="8012458" y="178175"/>
            <a:ext cx="175000" cy="175000"/>
            <a:chOff x="8792300" y="321275"/>
            <a:chExt cx="175000" cy="175000"/>
          </a:xfrm>
        </p:grpSpPr>
        <p:sp>
          <p:nvSpPr>
            <p:cNvPr id="568" name="Google Shape;568;p11"/>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1"/>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1"/>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1"/>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2" name="Google Shape;572;p11"/>
          <p:cNvGrpSpPr/>
          <p:nvPr/>
        </p:nvGrpSpPr>
        <p:grpSpPr>
          <a:xfrm rot="5400000">
            <a:off x="7551683" y="3879926"/>
            <a:ext cx="293111" cy="293388"/>
            <a:chOff x="3164039" y="430875"/>
            <a:chExt cx="293111" cy="293388"/>
          </a:xfrm>
        </p:grpSpPr>
        <p:sp>
          <p:nvSpPr>
            <p:cNvPr id="573" name="Google Shape;573;p11"/>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1"/>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1"/>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1"/>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1"/>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1"/>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9" name="Google Shape;579;p11"/>
          <p:cNvGrpSpPr/>
          <p:nvPr/>
        </p:nvGrpSpPr>
        <p:grpSpPr>
          <a:xfrm flipH="1" rot="5400000">
            <a:off x="8259052" y="323144"/>
            <a:ext cx="175013" cy="27000"/>
            <a:chOff x="5662375" y="212375"/>
            <a:chExt cx="175013" cy="27000"/>
          </a:xfrm>
        </p:grpSpPr>
        <p:sp>
          <p:nvSpPr>
            <p:cNvPr id="580" name="Google Shape;580;p11"/>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1"/>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1"/>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83" name="Google Shape;583;p11"/>
          <p:cNvCxnSpPr/>
          <p:nvPr/>
        </p:nvCxnSpPr>
        <p:spPr>
          <a:xfrm flipH="1" rot="5400000">
            <a:off x="740850" y="2598325"/>
            <a:ext cx="1672500" cy="126000"/>
          </a:xfrm>
          <a:prstGeom prst="straightConnector1">
            <a:avLst/>
          </a:prstGeom>
          <a:noFill/>
          <a:ln cap="flat" cmpd="sng" w="9525">
            <a:solidFill>
              <a:schemeClr val="dk1"/>
            </a:solidFill>
            <a:prstDash val="solid"/>
            <a:round/>
            <a:headEnd len="med" w="med" type="none"/>
            <a:tailEnd len="med" w="med" type="none"/>
          </a:ln>
        </p:spPr>
      </p:cxnSp>
      <p:cxnSp>
        <p:nvCxnSpPr>
          <p:cNvPr id="584" name="Google Shape;584;p11"/>
          <p:cNvCxnSpPr/>
          <p:nvPr/>
        </p:nvCxnSpPr>
        <p:spPr>
          <a:xfrm rot="-5400000">
            <a:off x="847100" y="3554000"/>
            <a:ext cx="829500" cy="743400"/>
          </a:xfrm>
          <a:prstGeom prst="straightConnector1">
            <a:avLst/>
          </a:prstGeom>
          <a:noFill/>
          <a:ln cap="flat" cmpd="sng" w="9525">
            <a:solidFill>
              <a:schemeClr val="dk1"/>
            </a:solidFill>
            <a:prstDash val="solid"/>
            <a:round/>
            <a:headEnd len="med" w="med" type="none"/>
            <a:tailEnd len="med" w="med" type="none"/>
          </a:ln>
        </p:spPr>
      </p:cxnSp>
      <p:cxnSp>
        <p:nvCxnSpPr>
          <p:cNvPr id="585" name="Google Shape;585;p11"/>
          <p:cNvCxnSpPr/>
          <p:nvPr/>
        </p:nvCxnSpPr>
        <p:spPr>
          <a:xfrm flipH="1" rot="5400000">
            <a:off x="1105775" y="4151250"/>
            <a:ext cx="796500" cy="1188000"/>
          </a:xfrm>
          <a:prstGeom prst="straightConnector1">
            <a:avLst/>
          </a:prstGeom>
          <a:noFill/>
          <a:ln cap="flat" cmpd="sng" w="9525">
            <a:solidFill>
              <a:schemeClr val="dk1"/>
            </a:solidFill>
            <a:prstDash val="solid"/>
            <a:round/>
            <a:headEnd len="med" w="med" type="none"/>
            <a:tailEnd len="med" w="med" type="none"/>
          </a:ln>
        </p:spPr>
      </p:cxnSp>
      <p:grpSp>
        <p:nvGrpSpPr>
          <p:cNvPr id="586" name="Google Shape;586;p11"/>
          <p:cNvGrpSpPr/>
          <p:nvPr/>
        </p:nvGrpSpPr>
        <p:grpSpPr>
          <a:xfrm rot="5400000">
            <a:off x="621475" y="4062025"/>
            <a:ext cx="581800" cy="582350"/>
            <a:chOff x="8064275" y="887850"/>
            <a:chExt cx="581800" cy="582350"/>
          </a:xfrm>
        </p:grpSpPr>
        <p:sp>
          <p:nvSpPr>
            <p:cNvPr id="587" name="Google Shape;587;p1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3" name="Google Shape;593;p11"/>
          <p:cNvGrpSpPr/>
          <p:nvPr/>
        </p:nvGrpSpPr>
        <p:grpSpPr>
          <a:xfrm rot="5400000">
            <a:off x="1482825" y="3350800"/>
            <a:ext cx="292025" cy="292575"/>
            <a:chOff x="7353050" y="316275"/>
            <a:chExt cx="292025" cy="292575"/>
          </a:xfrm>
        </p:grpSpPr>
        <p:sp>
          <p:nvSpPr>
            <p:cNvPr id="594" name="Google Shape;594;p1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8" name="Google Shape;598;p11"/>
          <p:cNvGrpSpPr/>
          <p:nvPr/>
        </p:nvGrpSpPr>
        <p:grpSpPr>
          <a:xfrm rot="5400000">
            <a:off x="1595125" y="4790325"/>
            <a:ext cx="175000" cy="175000"/>
            <a:chOff x="8792300" y="321275"/>
            <a:chExt cx="175000" cy="175000"/>
          </a:xfrm>
        </p:grpSpPr>
        <p:sp>
          <p:nvSpPr>
            <p:cNvPr id="599" name="Google Shape;599;p11"/>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1"/>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1"/>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1"/>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3" name="Google Shape;603;p11"/>
          <p:cNvSpPr/>
          <p:nvPr/>
        </p:nvSpPr>
        <p:spPr>
          <a:xfrm rot="5400000">
            <a:off x="1377117" y="1688743"/>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1"/>
          <p:cNvSpPr/>
          <p:nvPr/>
        </p:nvSpPr>
        <p:spPr>
          <a:xfrm rot="5400000">
            <a:off x="1374876" y="1686211"/>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1"/>
          <p:cNvSpPr/>
          <p:nvPr/>
        </p:nvSpPr>
        <p:spPr>
          <a:xfrm rot="5400000">
            <a:off x="1413610" y="172523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1"/>
          <p:cNvSpPr/>
          <p:nvPr/>
        </p:nvSpPr>
        <p:spPr>
          <a:xfrm rot="5400000">
            <a:off x="1411362" y="1722714"/>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1"/>
          <p:cNvSpPr/>
          <p:nvPr/>
        </p:nvSpPr>
        <p:spPr>
          <a:xfrm rot="5400000">
            <a:off x="1453339" y="1764682"/>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1"/>
          <p:cNvSpPr/>
          <p:nvPr/>
        </p:nvSpPr>
        <p:spPr>
          <a:xfrm rot="5400000">
            <a:off x="1450946" y="1762579"/>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9" name="Google Shape;609;p11"/>
          <p:cNvGrpSpPr/>
          <p:nvPr/>
        </p:nvGrpSpPr>
        <p:grpSpPr>
          <a:xfrm rot="5400000">
            <a:off x="1701119" y="1515381"/>
            <a:ext cx="175013" cy="27000"/>
            <a:chOff x="5662375" y="212375"/>
            <a:chExt cx="175013" cy="27000"/>
          </a:xfrm>
        </p:grpSpPr>
        <p:sp>
          <p:nvSpPr>
            <p:cNvPr id="610" name="Google Shape;610;p11"/>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1"/>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1"/>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3" name="Google Shape;613;p11"/>
          <p:cNvGrpSpPr/>
          <p:nvPr/>
        </p:nvGrpSpPr>
        <p:grpSpPr>
          <a:xfrm rot="5400000">
            <a:off x="1819519" y="4562081"/>
            <a:ext cx="175013" cy="27000"/>
            <a:chOff x="5662375" y="212375"/>
            <a:chExt cx="175013" cy="27000"/>
          </a:xfrm>
        </p:grpSpPr>
        <p:sp>
          <p:nvSpPr>
            <p:cNvPr id="614" name="Google Shape;614;p11"/>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1"/>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1"/>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7" name="Google Shape;617;p11"/>
          <p:cNvGrpSpPr/>
          <p:nvPr/>
        </p:nvGrpSpPr>
        <p:grpSpPr>
          <a:xfrm rot="5400000">
            <a:off x="408594" y="4140781"/>
            <a:ext cx="175013" cy="27000"/>
            <a:chOff x="5662375" y="212375"/>
            <a:chExt cx="175013" cy="27000"/>
          </a:xfrm>
        </p:grpSpPr>
        <p:sp>
          <p:nvSpPr>
            <p:cNvPr id="618" name="Google Shape;618;p11"/>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1"/>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1"/>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1" name="Google Shape;621;p11"/>
          <p:cNvSpPr txBox="1"/>
          <p:nvPr>
            <p:ph hasCustomPrompt="1" type="title"/>
          </p:nvPr>
        </p:nvSpPr>
        <p:spPr>
          <a:xfrm>
            <a:off x="2624328" y="2057400"/>
            <a:ext cx="3904500" cy="786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9600"/>
              <a:buNone/>
              <a:defRPr sz="96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2" name="Shape 62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623" name="Shape 623"/>
        <p:cNvGrpSpPr/>
        <p:nvPr/>
      </p:nvGrpSpPr>
      <p:grpSpPr>
        <a:xfrm>
          <a:off x="0" y="0"/>
          <a:ext cx="0" cy="0"/>
          <a:chOff x="0" y="0"/>
          <a:chExt cx="0" cy="0"/>
        </a:xfrm>
      </p:grpSpPr>
      <p:sp>
        <p:nvSpPr>
          <p:cNvPr id="624" name="Google Shape;624;p13"/>
          <p:cNvSpPr txBox="1"/>
          <p:nvPr>
            <p:ph type="title"/>
          </p:nvPr>
        </p:nvSpPr>
        <p:spPr>
          <a:xfrm>
            <a:off x="5907024" y="356616"/>
            <a:ext cx="2615100" cy="5760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800"/>
              <a:buNone/>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625" name="Google Shape;625;p13"/>
          <p:cNvSpPr txBox="1"/>
          <p:nvPr>
            <p:ph idx="1" type="subTitle"/>
          </p:nvPr>
        </p:nvSpPr>
        <p:spPr>
          <a:xfrm>
            <a:off x="1664208" y="429768"/>
            <a:ext cx="2615100" cy="384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626" name="Google Shape;626;p13"/>
          <p:cNvSpPr txBox="1"/>
          <p:nvPr>
            <p:ph idx="2" type="subTitle"/>
          </p:nvPr>
        </p:nvSpPr>
        <p:spPr>
          <a:xfrm>
            <a:off x="1664208" y="713232"/>
            <a:ext cx="2615100" cy="576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627" name="Google Shape;627;p13"/>
          <p:cNvSpPr txBox="1"/>
          <p:nvPr>
            <p:ph idx="3" type="subTitle"/>
          </p:nvPr>
        </p:nvSpPr>
        <p:spPr>
          <a:xfrm>
            <a:off x="1664208" y="1508760"/>
            <a:ext cx="2615100" cy="384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628" name="Google Shape;628;p13"/>
          <p:cNvSpPr txBox="1"/>
          <p:nvPr>
            <p:ph idx="4" type="subTitle"/>
          </p:nvPr>
        </p:nvSpPr>
        <p:spPr>
          <a:xfrm>
            <a:off x="1664208" y="1792224"/>
            <a:ext cx="2615100" cy="576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629" name="Google Shape;629;p13"/>
          <p:cNvSpPr txBox="1"/>
          <p:nvPr>
            <p:ph idx="5" type="subTitle"/>
          </p:nvPr>
        </p:nvSpPr>
        <p:spPr>
          <a:xfrm>
            <a:off x="1664208" y="2587752"/>
            <a:ext cx="2615100" cy="384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630" name="Google Shape;630;p13"/>
          <p:cNvSpPr txBox="1"/>
          <p:nvPr>
            <p:ph idx="6" type="subTitle"/>
          </p:nvPr>
        </p:nvSpPr>
        <p:spPr>
          <a:xfrm>
            <a:off x="1664208" y="2871216"/>
            <a:ext cx="2615100" cy="576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631" name="Google Shape;631;p13"/>
          <p:cNvSpPr txBox="1"/>
          <p:nvPr>
            <p:ph idx="7" type="subTitle"/>
          </p:nvPr>
        </p:nvSpPr>
        <p:spPr>
          <a:xfrm>
            <a:off x="1664208" y="3666744"/>
            <a:ext cx="2615100" cy="384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632" name="Google Shape;632;p13"/>
          <p:cNvSpPr txBox="1"/>
          <p:nvPr>
            <p:ph idx="8" type="subTitle"/>
          </p:nvPr>
        </p:nvSpPr>
        <p:spPr>
          <a:xfrm>
            <a:off x="1664208" y="3950208"/>
            <a:ext cx="2615100" cy="576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633" name="Google Shape;633;p13"/>
          <p:cNvSpPr txBox="1"/>
          <p:nvPr>
            <p:ph hasCustomPrompt="1" idx="9" type="title"/>
          </p:nvPr>
        </p:nvSpPr>
        <p:spPr>
          <a:xfrm>
            <a:off x="813816" y="722376"/>
            <a:ext cx="457200" cy="347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000"/>
              <a:buNone/>
              <a:defRPr sz="2000">
                <a:solidFill>
                  <a:schemeClr val="lt1"/>
                </a:solidFill>
              </a:defRPr>
            </a:lvl1pPr>
            <a:lvl2pPr lvl="1" rtl="0" algn="ctr">
              <a:spcBef>
                <a:spcPts val="0"/>
              </a:spcBef>
              <a:spcAft>
                <a:spcPts val="0"/>
              </a:spcAft>
              <a:buClr>
                <a:schemeClr val="lt1"/>
              </a:buClr>
              <a:buSzPts val="2000"/>
              <a:buNone/>
              <a:defRPr sz="2000">
                <a:solidFill>
                  <a:schemeClr val="lt1"/>
                </a:solidFill>
              </a:defRPr>
            </a:lvl2pPr>
            <a:lvl3pPr lvl="2" rtl="0" algn="ctr">
              <a:spcBef>
                <a:spcPts val="0"/>
              </a:spcBef>
              <a:spcAft>
                <a:spcPts val="0"/>
              </a:spcAft>
              <a:buClr>
                <a:schemeClr val="lt1"/>
              </a:buClr>
              <a:buSzPts val="2000"/>
              <a:buNone/>
              <a:defRPr sz="2000">
                <a:solidFill>
                  <a:schemeClr val="lt1"/>
                </a:solidFill>
              </a:defRPr>
            </a:lvl3pPr>
            <a:lvl4pPr lvl="3" rtl="0" algn="ctr">
              <a:spcBef>
                <a:spcPts val="0"/>
              </a:spcBef>
              <a:spcAft>
                <a:spcPts val="0"/>
              </a:spcAft>
              <a:buClr>
                <a:schemeClr val="lt1"/>
              </a:buClr>
              <a:buSzPts val="2000"/>
              <a:buNone/>
              <a:defRPr sz="2000">
                <a:solidFill>
                  <a:schemeClr val="lt1"/>
                </a:solidFill>
              </a:defRPr>
            </a:lvl4pPr>
            <a:lvl5pPr lvl="4" rtl="0" algn="ctr">
              <a:spcBef>
                <a:spcPts val="0"/>
              </a:spcBef>
              <a:spcAft>
                <a:spcPts val="0"/>
              </a:spcAft>
              <a:buClr>
                <a:schemeClr val="lt1"/>
              </a:buClr>
              <a:buSzPts val="2000"/>
              <a:buNone/>
              <a:defRPr sz="2000">
                <a:solidFill>
                  <a:schemeClr val="lt1"/>
                </a:solidFill>
              </a:defRPr>
            </a:lvl5pPr>
            <a:lvl6pPr lvl="5" rtl="0" algn="ctr">
              <a:spcBef>
                <a:spcPts val="0"/>
              </a:spcBef>
              <a:spcAft>
                <a:spcPts val="0"/>
              </a:spcAft>
              <a:buClr>
                <a:schemeClr val="lt1"/>
              </a:buClr>
              <a:buSzPts val="2000"/>
              <a:buNone/>
              <a:defRPr sz="2000">
                <a:solidFill>
                  <a:schemeClr val="lt1"/>
                </a:solidFill>
              </a:defRPr>
            </a:lvl6pPr>
            <a:lvl7pPr lvl="6" rtl="0" algn="ctr">
              <a:spcBef>
                <a:spcPts val="0"/>
              </a:spcBef>
              <a:spcAft>
                <a:spcPts val="0"/>
              </a:spcAft>
              <a:buClr>
                <a:schemeClr val="lt1"/>
              </a:buClr>
              <a:buSzPts val="2000"/>
              <a:buNone/>
              <a:defRPr sz="2000">
                <a:solidFill>
                  <a:schemeClr val="lt1"/>
                </a:solidFill>
              </a:defRPr>
            </a:lvl7pPr>
            <a:lvl8pPr lvl="7" rtl="0" algn="ctr">
              <a:spcBef>
                <a:spcPts val="0"/>
              </a:spcBef>
              <a:spcAft>
                <a:spcPts val="0"/>
              </a:spcAft>
              <a:buClr>
                <a:schemeClr val="lt1"/>
              </a:buClr>
              <a:buSzPts val="2000"/>
              <a:buNone/>
              <a:defRPr sz="2000">
                <a:solidFill>
                  <a:schemeClr val="lt1"/>
                </a:solidFill>
              </a:defRPr>
            </a:lvl8pPr>
            <a:lvl9pPr lvl="8" rtl="0" algn="ctr">
              <a:spcBef>
                <a:spcPts val="0"/>
              </a:spcBef>
              <a:spcAft>
                <a:spcPts val="0"/>
              </a:spcAft>
              <a:buClr>
                <a:schemeClr val="lt1"/>
              </a:buClr>
              <a:buSzPts val="2000"/>
              <a:buNone/>
              <a:defRPr sz="2000">
                <a:solidFill>
                  <a:schemeClr val="lt1"/>
                </a:solidFill>
              </a:defRPr>
            </a:lvl9pPr>
          </a:lstStyle>
          <a:p>
            <a:r>
              <a:t>xx%</a:t>
            </a:r>
          </a:p>
        </p:txBody>
      </p:sp>
      <p:sp>
        <p:nvSpPr>
          <p:cNvPr id="634" name="Google Shape;634;p13"/>
          <p:cNvSpPr txBox="1"/>
          <p:nvPr>
            <p:ph hasCustomPrompt="1" idx="13" type="title"/>
          </p:nvPr>
        </p:nvSpPr>
        <p:spPr>
          <a:xfrm>
            <a:off x="813816" y="1801368"/>
            <a:ext cx="457200" cy="347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000"/>
              <a:buNone/>
              <a:defRPr sz="2000">
                <a:solidFill>
                  <a:schemeClr val="lt1"/>
                </a:solidFill>
              </a:defRPr>
            </a:lvl1pPr>
            <a:lvl2pPr lvl="1" rtl="0" algn="ctr">
              <a:spcBef>
                <a:spcPts val="0"/>
              </a:spcBef>
              <a:spcAft>
                <a:spcPts val="0"/>
              </a:spcAft>
              <a:buClr>
                <a:schemeClr val="lt1"/>
              </a:buClr>
              <a:buSzPts val="2000"/>
              <a:buNone/>
              <a:defRPr sz="2000">
                <a:solidFill>
                  <a:schemeClr val="lt1"/>
                </a:solidFill>
              </a:defRPr>
            </a:lvl2pPr>
            <a:lvl3pPr lvl="2" rtl="0" algn="ctr">
              <a:spcBef>
                <a:spcPts val="0"/>
              </a:spcBef>
              <a:spcAft>
                <a:spcPts val="0"/>
              </a:spcAft>
              <a:buClr>
                <a:schemeClr val="lt1"/>
              </a:buClr>
              <a:buSzPts val="2000"/>
              <a:buNone/>
              <a:defRPr sz="2000">
                <a:solidFill>
                  <a:schemeClr val="lt1"/>
                </a:solidFill>
              </a:defRPr>
            </a:lvl3pPr>
            <a:lvl4pPr lvl="3" rtl="0" algn="ctr">
              <a:spcBef>
                <a:spcPts val="0"/>
              </a:spcBef>
              <a:spcAft>
                <a:spcPts val="0"/>
              </a:spcAft>
              <a:buClr>
                <a:schemeClr val="lt1"/>
              </a:buClr>
              <a:buSzPts val="2000"/>
              <a:buNone/>
              <a:defRPr sz="2000">
                <a:solidFill>
                  <a:schemeClr val="lt1"/>
                </a:solidFill>
              </a:defRPr>
            </a:lvl4pPr>
            <a:lvl5pPr lvl="4" rtl="0" algn="ctr">
              <a:spcBef>
                <a:spcPts val="0"/>
              </a:spcBef>
              <a:spcAft>
                <a:spcPts val="0"/>
              </a:spcAft>
              <a:buClr>
                <a:schemeClr val="lt1"/>
              </a:buClr>
              <a:buSzPts val="2000"/>
              <a:buNone/>
              <a:defRPr sz="2000">
                <a:solidFill>
                  <a:schemeClr val="lt1"/>
                </a:solidFill>
              </a:defRPr>
            </a:lvl5pPr>
            <a:lvl6pPr lvl="5" rtl="0" algn="ctr">
              <a:spcBef>
                <a:spcPts val="0"/>
              </a:spcBef>
              <a:spcAft>
                <a:spcPts val="0"/>
              </a:spcAft>
              <a:buClr>
                <a:schemeClr val="lt1"/>
              </a:buClr>
              <a:buSzPts val="2000"/>
              <a:buNone/>
              <a:defRPr sz="2000">
                <a:solidFill>
                  <a:schemeClr val="lt1"/>
                </a:solidFill>
              </a:defRPr>
            </a:lvl6pPr>
            <a:lvl7pPr lvl="6" rtl="0" algn="ctr">
              <a:spcBef>
                <a:spcPts val="0"/>
              </a:spcBef>
              <a:spcAft>
                <a:spcPts val="0"/>
              </a:spcAft>
              <a:buClr>
                <a:schemeClr val="lt1"/>
              </a:buClr>
              <a:buSzPts val="2000"/>
              <a:buNone/>
              <a:defRPr sz="2000">
                <a:solidFill>
                  <a:schemeClr val="lt1"/>
                </a:solidFill>
              </a:defRPr>
            </a:lvl7pPr>
            <a:lvl8pPr lvl="7" rtl="0" algn="ctr">
              <a:spcBef>
                <a:spcPts val="0"/>
              </a:spcBef>
              <a:spcAft>
                <a:spcPts val="0"/>
              </a:spcAft>
              <a:buClr>
                <a:schemeClr val="lt1"/>
              </a:buClr>
              <a:buSzPts val="2000"/>
              <a:buNone/>
              <a:defRPr sz="2000">
                <a:solidFill>
                  <a:schemeClr val="lt1"/>
                </a:solidFill>
              </a:defRPr>
            </a:lvl8pPr>
            <a:lvl9pPr lvl="8" rtl="0" algn="ctr">
              <a:spcBef>
                <a:spcPts val="0"/>
              </a:spcBef>
              <a:spcAft>
                <a:spcPts val="0"/>
              </a:spcAft>
              <a:buClr>
                <a:schemeClr val="lt1"/>
              </a:buClr>
              <a:buSzPts val="2000"/>
              <a:buNone/>
              <a:defRPr sz="2000">
                <a:solidFill>
                  <a:schemeClr val="lt1"/>
                </a:solidFill>
              </a:defRPr>
            </a:lvl9pPr>
          </a:lstStyle>
          <a:p>
            <a:r>
              <a:t>xx%</a:t>
            </a:r>
          </a:p>
        </p:txBody>
      </p:sp>
      <p:sp>
        <p:nvSpPr>
          <p:cNvPr id="635" name="Google Shape;635;p13"/>
          <p:cNvSpPr txBox="1"/>
          <p:nvPr>
            <p:ph hasCustomPrompt="1" idx="14" type="title"/>
          </p:nvPr>
        </p:nvSpPr>
        <p:spPr>
          <a:xfrm>
            <a:off x="813816" y="2880360"/>
            <a:ext cx="457200" cy="347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000"/>
              <a:buNone/>
              <a:defRPr sz="2000">
                <a:solidFill>
                  <a:schemeClr val="lt1"/>
                </a:solidFill>
              </a:defRPr>
            </a:lvl1pPr>
            <a:lvl2pPr lvl="1" rtl="0" algn="ctr">
              <a:spcBef>
                <a:spcPts val="0"/>
              </a:spcBef>
              <a:spcAft>
                <a:spcPts val="0"/>
              </a:spcAft>
              <a:buClr>
                <a:schemeClr val="lt1"/>
              </a:buClr>
              <a:buSzPts val="2000"/>
              <a:buNone/>
              <a:defRPr sz="2000">
                <a:solidFill>
                  <a:schemeClr val="lt1"/>
                </a:solidFill>
              </a:defRPr>
            </a:lvl2pPr>
            <a:lvl3pPr lvl="2" rtl="0" algn="ctr">
              <a:spcBef>
                <a:spcPts val="0"/>
              </a:spcBef>
              <a:spcAft>
                <a:spcPts val="0"/>
              </a:spcAft>
              <a:buClr>
                <a:schemeClr val="lt1"/>
              </a:buClr>
              <a:buSzPts val="2000"/>
              <a:buNone/>
              <a:defRPr sz="2000">
                <a:solidFill>
                  <a:schemeClr val="lt1"/>
                </a:solidFill>
              </a:defRPr>
            </a:lvl3pPr>
            <a:lvl4pPr lvl="3" rtl="0" algn="ctr">
              <a:spcBef>
                <a:spcPts val="0"/>
              </a:spcBef>
              <a:spcAft>
                <a:spcPts val="0"/>
              </a:spcAft>
              <a:buClr>
                <a:schemeClr val="lt1"/>
              </a:buClr>
              <a:buSzPts val="2000"/>
              <a:buNone/>
              <a:defRPr sz="2000">
                <a:solidFill>
                  <a:schemeClr val="lt1"/>
                </a:solidFill>
              </a:defRPr>
            </a:lvl4pPr>
            <a:lvl5pPr lvl="4" rtl="0" algn="ctr">
              <a:spcBef>
                <a:spcPts val="0"/>
              </a:spcBef>
              <a:spcAft>
                <a:spcPts val="0"/>
              </a:spcAft>
              <a:buClr>
                <a:schemeClr val="lt1"/>
              </a:buClr>
              <a:buSzPts val="2000"/>
              <a:buNone/>
              <a:defRPr sz="2000">
                <a:solidFill>
                  <a:schemeClr val="lt1"/>
                </a:solidFill>
              </a:defRPr>
            </a:lvl5pPr>
            <a:lvl6pPr lvl="5" rtl="0" algn="ctr">
              <a:spcBef>
                <a:spcPts val="0"/>
              </a:spcBef>
              <a:spcAft>
                <a:spcPts val="0"/>
              </a:spcAft>
              <a:buClr>
                <a:schemeClr val="lt1"/>
              </a:buClr>
              <a:buSzPts val="2000"/>
              <a:buNone/>
              <a:defRPr sz="2000">
                <a:solidFill>
                  <a:schemeClr val="lt1"/>
                </a:solidFill>
              </a:defRPr>
            </a:lvl6pPr>
            <a:lvl7pPr lvl="6" rtl="0" algn="ctr">
              <a:spcBef>
                <a:spcPts val="0"/>
              </a:spcBef>
              <a:spcAft>
                <a:spcPts val="0"/>
              </a:spcAft>
              <a:buClr>
                <a:schemeClr val="lt1"/>
              </a:buClr>
              <a:buSzPts val="2000"/>
              <a:buNone/>
              <a:defRPr sz="2000">
                <a:solidFill>
                  <a:schemeClr val="lt1"/>
                </a:solidFill>
              </a:defRPr>
            </a:lvl7pPr>
            <a:lvl8pPr lvl="7" rtl="0" algn="ctr">
              <a:spcBef>
                <a:spcPts val="0"/>
              </a:spcBef>
              <a:spcAft>
                <a:spcPts val="0"/>
              </a:spcAft>
              <a:buClr>
                <a:schemeClr val="lt1"/>
              </a:buClr>
              <a:buSzPts val="2000"/>
              <a:buNone/>
              <a:defRPr sz="2000">
                <a:solidFill>
                  <a:schemeClr val="lt1"/>
                </a:solidFill>
              </a:defRPr>
            </a:lvl8pPr>
            <a:lvl9pPr lvl="8" rtl="0" algn="ctr">
              <a:spcBef>
                <a:spcPts val="0"/>
              </a:spcBef>
              <a:spcAft>
                <a:spcPts val="0"/>
              </a:spcAft>
              <a:buClr>
                <a:schemeClr val="lt1"/>
              </a:buClr>
              <a:buSzPts val="2000"/>
              <a:buNone/>
              <a:defRPr sz="2000">
                <a:solidFill>
                  <a:schemeClr val="lt1"/>
                </a:solidFill>
              </a:defRPr>
            </a:lvl9pPr>
          </a:lstStyle>
          <a:p>
            <a:r>
              <a:t>xx%</a:t>
            </a:r>
          </a:p>
        </p:txBody>
      </p:sp>
      <p:sp>
        <p:nvSpPr>
          <p:cNvPr id="636" name="Google Shape;636;p13"/>
          <p:cNvSpPr txBox="1"/>
          <p:nvPr>
            <p:ph hasCustomPrompt="1" idx="15" type="title"/>
          </p:nvPr>
        </p:nvSpPr>
        <p:spPr>
          <a:xfrm>
            <a:off x="813816" y="3959352"/>
            <a:ext cx="457200" cy="347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000"/>
              <a:buNone/>
              <a:defRPr sz="2000">
                <a:solidFill>
                  <a:schemeClr val="lt1"/>
                </a:solidFill>
              </a:defRPr>
            </a:lvl1pPr>
            <a:lvl2pPr lvl="1" rtl="0" algn="ctr">
              <a:spcBef>
                <a:spcPts val="0"/>
              </a:spcBef>
              <a:spcAft>
                <a:spcPts val="0"/>
              </a:spcAft>
              <a:buClr>
                <a:schemeClr val="lt1"/>
              </a:buClr>
              <a:buSzPts val="2000"/>
              <a:buNone/>
              <a:defRPr sz="2000">
                <a:solidFill>
                  <a:schemeClr val="lt1"/>
                </a:solidFill>
              </a:defRPr>
            </a:lvl2pPr>
            <a:lvl3pPr lvl="2" rtl="0" algn="ctr">
              <a:spcBef>
                <a:spcPts val="0"/>
              </a:spcBef>
              <a:spcAft>
                <a:spcPts val="0"/>
              </a:spcAft>
              <a:buClr>
                <a:schemeClr val="lt1"/>
              </a:buClr>
              <a:buSzPts val="2000"/>
              <a:buNone/>
              <a:defRPr sz="2000">
                <a:solidFill>
                  <a:schemeClr val="lt1"/>
                </a:solidFill>
              </a:defRPr>
            </a:lvl3pPr>
            <a:lvl4pPr lvl="3" rtl="0" algn="ctr">
              <a:spcBef>
                <a:spcPts val="0"/>
              </a:spcBef>
              <a:spcAft>
                <a:spcPts val="0"/>
              </a:spcAft>
              <a:buClr>
                <a:schemeClr val="lt1"/>
              </a:buClr>
              <a:buSzPts val="2000"/>
              <a:buNone/>
              <a:defRPr sz="2000">
                <a:solidFill>
                  <a:schemeClr val="lt1"/>
                </a:solidFill>
              </a:defRPr>
            </a:lvl4pPr>
            <a:lvl5pPr lvl="4" rtl="0" algn="ctr">
              <a:spcBef>
                <a:spcPts val="0"/>
              </a:spcBef>
              <a:spcAft>
                <a:spcPts val="0"/>
              </a:spcAft>
              <a:buClr>
                <a:schemeClr val="lt1"/>
              </a:buClr>
              <a:buSzPts val="2000"/>
              <a:buNone/>
              <a:defRPr sz="2000">
                <a:solidFill>
                  <a:schemeClr val="lt1"/>
                </a:solidFill>
              </a:defRPr>
            </a:lvl5pPr>
            <a:lvl6pPr lvl="5" rtl="0" algn="ctr">
              <a:spcBef>
                <a:spcPts val="0"/>
              </a:spcBef>
              <a:spcAft>
                <a:spcPts val="0"/>
              </a:spcAft>
              <a:buClr>
                <a:schemeClr val="lt1"/>
              </a:buClr>
              <a:buSzPts val="2000"/>
              <a:buNone/>
              <a:defRPr sz="2000">
                <a:solidFill>
                  <a:schemeClr val="lt1"/>
                </a:solidFill>
              </a:defRPr>
            </a:lvl6pPr>
            <a:lvl7pPr lvl="6" rtl="0" algn="ctr">
              <a:spcBef>
                <a:spcPts val="0"/>
              </a:spcBef>
              <a:spcAft>
                <a:spcPts val="0"/>
              </a:spcAft>
              <a:buClr>
                <a:schemeClr val="lt1"/>
              </a:buClr>
              <a:buSzPts val="2000"/>
              <a:buNone/>
              <a:defRPr sz="2000">
                <a:solidFill>
                  <a:schemeClr val="lt1"/>
                </a:solidFill>
              </a:defRPr>
            </a:lvl7pPr>
            <a:lvl8pPr lvl="7" rtl="0" algn="ctr">
              <a:spcBef>
                <a:spcPts val="0"/>
              </a:spcBef>
              <a:spcAft>
                <a:spcPts val="0"/>
              </a:spcAft>
              <a:buClr>
                <a:schemeClr val="lt1"/>
              </a:buClr>
              <a:buSzPts val="2000"/>
              <a:buNone/>
              <a:defRPr sz="2000">
                <a:solidFill>
                  <a:schemeClr val="lt1"/>
                </a:solidFill>
              </a:defRPr>
            </a:lvl8pPr>
            <a:lvl9pPr lvl="8" rtl="0" algn="ctr">
              <a:spcBef>
                <a:spcPts val="0"/>
              </a:spcBef>
              <a:spcAft>
                <a:spcPts val="0"/>
              </a:spcAft>
              <a:buClr>
                <a:schemeClr val="lt1"/>
              </a:buClr>
              <a:buSzPts val="2000"/>
              <a:buNone/>
              <a:defRPr sz="2000">
                <a:solidFill>
                  <a:schemeClr val="lt1"/>
                </a:solidFill>
              </a:defRPr>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of text">
  <p:cSld name="CUSTOM_1">
    <p:spTree>
      <p:nvGrpSpPr>
        <p:cNvPr id="637" name="Shape 637"/>
        <p:cNvGrpSpPr/>
        <p:nvPr/>
      </p:nvGrpSpPr>
      <p:grpSpPr>
        <a:xfrm>
          <a:off x="0" y="0"/>
          <a:ext cx="0" cy="0"/>
          <a:chOff x="0" y="0"/>
          <a:chExt cx="0" cy="0"/>
        </a:xfrm>
      </p:grpSpPr>
      <p:sp>
        <p:nvSpPr>
          <p:cNvPr id="638" name="Google Shape;638;p14"/>
          <p:cNvSpPr txBox="1"/>
          <p:nvPr>
            <p:ph type="title"/>
          </p:nvPr>
        </p:nvSpPr>
        <p:spPr>
          <a:xfrm>
            <a:off x="1719072" y="338328"/>
            <a:ext cx="5577900" cy="594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639" name="Google Shape;639;p14"/>
          <p:cNvSpPr txBox="1"/>
          <p:nvPr>
            <p:ph idx="1" type="subTitle"/>
          </p:nvPr>
        </p:nvSpPr>
        <p:spPr>
          <a:xfrm>
            <a:off x="3694176" y="2414016"/>
            <a:ext cx="1764900" cy="3291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640" name="Google Shape;640;p14"/>
          <p:cNvSpPr txBox="1"/>
          <p:nvPr>
            <p:ph idx="2" type="subTitle"/>
          </p:nvPr>
        </p:nvSpPr>
        <p:spPr>
          <a:xfrm>
            <a:off x="1024128" y="2414016"/>
            <a:ext cx="1764900" cy="3291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641" name="Google Shape;641;p14"/>
          <p:cNvSpPr txBox="1"/>
          <p:nvPr>
            <p:ph idx="3" type="subTitle"/>
          </p:nvPr>
        </p:nvSpPr>
        <p:spPr>
          <a:xfrm>
            <a:off x="6355080" y="2414016"/>
            <a:ext cx="1764900" cy="3291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642" name="Google Shape;642;p14"/>
          <p:cNvSpPr txBox="1"/>
          <p:nvPr>
            <p:ph idx="4" type="subTitle"/>
          </p:nvPr>
        </p:nvSpPr>
        <p:spPr>
          <a:xfrm>
            <a:off x="3694176" y="2825496"/>
            <a:ext cx="1764900" cy="10791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643" name="Google Shape;643;p14"/>
          <p:cNvSpPr txBox="1"/>
          <p:nvPr>
            <p:ph idx="5" type="subTitle"/>
          </p:nvPr>
        </p:nvSpPr>
        <p:spPr>
          <a:xfrm>
            <a:off x="1024128" y="2825496"/>
            <a:ext cx="1764900" cy="10791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644" name="Google Shape;644;p14"/>
          <p:cNvSpPr txBox="1"/>
          <p:nvPr>
            <p:ph idx="6" type="subTitle"/>
          </p:nvPr>
        </p:nvSpPr>
        <p:spPr>
          <a:xfrm>
            <a:off x="6355080" y="2825496"/>
            <a:ext cx="1764900" cy="10791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grpSp>
        <p:nvGrpSpPr>
          <p:cNvPr id="645" name="Google Shape;645;p14"/>
          <p:cNvGrpSpPr/>
          <p:nvPr/>
        </p:nvGrpSpPr>
        <p:grpSpPr>
          <a:xfrm>
            <a:off x="261711" y="-1158"/>
            <a:ext cx="8550326" cy="3981600"/>
            <a:chOff x="261711" y="-1158"/>
            <a:chExt cx="8550326" cy="3981600"/>
          </a:xfrm>
        </p:grpSpPr>
        <p:cxnSp>
          <p:nvCxnSpPr>
            <p:cNvPr id="646" name="Google Shape;646;p14"/>
            <p:cNvCxnSpPr/>
            <p:nvPr/>
          </p:nvCxnSpPr>
          <p:spPr>
            <a:xfrm>
              <a:off x="515925" y="-1158"/>
              <a:ext cx="0" cy="3981600"/>
            </a:xfrm>
            <a:prstGeom prst="straightConnector1">
              <a:avLst/>
            </a:prstGeom>
            <a:noFill/>
            <a:ln cap="flat" cmpd="sng" w="9525">
              <a:solidFill>
                <a:schemeClr val="dk1"/>
              </a:solidFill>
              <a:prstDash val="solid"/>
              <a:round/>
              <a:headEnd len="med" w="med" type="none"/>
              <a:tailEnd len="med" w="med" type="none"/>
            </a:ln>
          </p:spPr>
        </p:cxnSp>
        <p:cxnSp>
          <p:nvCxnSpPr>
            <p:cNvPr id="647" name="Google Shape;647;p14"/>
            <p:cNvCxnSpPr/>
            <p:nvPr/>
          </p:nvCxnSpPr>
          <p:spPr>
            <a:xfrm>
              <a:off x="8666025" y="-1158"/>
              <a:ext cx="0" cy="1902000"/>
            </a:xfrm>
            <a:prstGeom prst="straightConnector1">
              <a:avLst/>
            </a:prstGeom>
            <a:noFill/>
            <a:ln cap="flat" cmpd="sng" w="9525">
              <a:solidFill>
                <a:schemeClr val="dk1"/>
              </a:solidFill>
              <a:prstDash val="solid"/>
              <a:round/>
              <a:headEnd len="med" w="med" type="none"/>
              <a:tailEnd len="med" w="med" type="none"/>
            </a:ln>
          </p:spPr>
        </p:cxnSp>
        <p:grpSp>
          <p:nvGrpSpPr>
            <p:cNvPr id="648" name="Google Shape;648;p14"/>
            <p:cNvGrpSpPr/>
            <p:nvPr/>
          </p:nvGrpSpPr>
          <p:grpSpPr>
            <a:xfrm rot="10800000">
              <a:off x="343275" y="3300779"/>
              <a:ext cx="344736" cy="345385"/>
              <a:chOff x="7353050" y="316275"/>
              <a:chExt cx="292025" cy="292575"/>
            </a:xfrm>
          </p:grpSpPr>
          <p:sp>
            <p:nvSpPr>
              <p:cNvPr id="649" name="Google Shape;649;p1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3" name="Google Shape;653;p14"/>
            <p:cNvGrpSpPr/>
            <p:nvPr/>
          </p:nvGrpSpPr>
          <p:grpSpPr>
            <a:xfrm rot="10800000">
              <a:off x="8520013" y="714742"/>
              <a:ext cx="292025" cy="292575"/>
              <a:chOff x="7353050" y="316275"/>
              <a:chExt cx="292025" cy="292575"/>
            </a:xfrm>
          </p:grpSpPr>
          <p:sp>
            <p:nvSpPr>
              <p:cNvPr id="654" name="Google Shape;654;p1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8" name="Google Shape;658;p14"/>
            <p:cNvGrpSpPr/>
            <p:nvPr/>
          </p:nvGrpSpPr>
          <p:grpSpPr>
            <a:xfrm rot="10800000">
              <a:off x="261711" y="465077"/>
              <a:ext cx="507562" cy="507984"/>
              <a:chOff x="8064275" y="887850"/>
              <a:chExt cx="581800" cy="582350"/>
            </a:xfrm>
          </p:grpSpPr>
          <p:sp>
            <p:nvSpPr>
              <p:cNvPr id="659" name="Google Shape;659;p1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s of text">
  <p:cSld name="CUSTOM_2">
    <p:spTree>
      <p:nvGrpSpPr>
        <p:cNvPr id="665" name="Shape 665"/>
        <p:cNvGrpSpPr/>
        <p:nvPr/>
      </p:nvGrpSpPr>
      <p:grpSpPr>
        <a:xfrm>
          <a:off x="0" y="0"/>
          <a:ext cx="0" cy="0"/>
          <a:chOff x="0" y="0"/>
          <a:chExt cx="0" cy="0"/>
        </a:xfrm>
      </p:grpSpPr>
      <p:sp>
        <p:nvSpPr>
          <p:cNvPr id="666" name="Google Shape;666;p15"/>
          <p:cNvSpPr txBox="1"/>
          <p:nvPr>
            <p:ph type="title"/>
          </p:nvPr>
        </p:nvSpPr>
        <p:spPr>
          <a:xfrm>
            <a:off x="1568775" y="442350"/>
            <a:ext cx="6006300" cy="595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667" name="Google Shape;667;p15"/>
          <p:cNvSpPr txBox="1"/>
          <p:nvPr>
            <p:ph idx="1" type="subTitle"/>
          </p:nvPr>
        </p:nvSpPr>
        <p:spPr>
          <a:xfrm>
            <a:off x="1709928" y="1545336"/>
            <a:ext cx="1945200" cy="375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p:txBody>
      </p:sp>
      <p:sp>
        <p:nvSpPr>
          <p:cNvPr id="668" name="Google Shape;668;p15"/>
          <p:cNvSpPr txBox="1"/>
          <p:nvPr>
            <p:ph idx="2" type="subTitle"/>
          </p:nvPr>
        </p:nvSpPr>
        <p:spPr>
          <a:xfrm>
            <a:off x="1709928" y="1938528"/>
            <a:ext cx="1945200" cy="759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p:txBody>
      </p:sp>
      <p:sp>
        <p:nvSpPr>
          <p:cNvPr id="669" name="Google Shape;669;p15"/>
          <p:cNvSpPr txBox="1"/>
          <p:nvPr>
            <p:ph idx="3" type="subTitle"/>
          </p:nvPr>
        </p:nvSpPr>
        <p:spPr>
          <a:xfrm>
            <a:off x="5468112" y="1545336"/>
            <a:ext cx="1947600" cy="375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p:txBody>
      </p:sp>
      <p:sp>
        <p:nvSpPr>
          <p:cNvPr id="670" name="Google Shape;670;p15"/>
          <p:cNvSpPr txBox="1"/>
          <p:nvPr>
            <p:ph idx="4" type="subTitle"/>
          </p:nvPr>
        </p:nvSpPr>
        <p:spPr>
          <a:xfrm>
            <a:off x="5468112" y="1938528"/>
            <a:ext cx="1947600" cy="759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p:txBody>
      </p:sp>
      <p:sp>
        <p:nvSpPr>
          <p:cNvPr id="671" name="Google Shape;671;p15"/>
          <p:cNvSpPr txBox="1"/>
          <p:nvPr>
            <p:ph idx="5" type="subTitle"/>
          </p:nvPr>
        </p:nvSpPr>
        <p:spPr>
          <a:xfrm>
            <a:off x="2825496" y="3200400"/>
            <a:ext cx="1945200" cy="375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p:txBody>
      </p:sp>
      <p:sp>
        <p:nvSpPr>
          <p:cNvPr id="672" name="Google Shape;672;p15"/>
          <p:cNvSpPr txBox="1"/>
          <p:nvPr>
            <p:ph idx="6" type="subTitle"/>
          </p:nvPr>
        </p:nvSpPr>
        <p:spPr>
          <a:xfrm>
            <a:off x="2825496" y="3593592"/>
            <a:ext cx="1945200" cy="759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p:txBody>
      </p:sp>
      <p:sp>
        <p:nvSpPr>
          <p:cNvPr id="673" name="Google Shape;673;p15"/>
          <p:cNvSpPr txBox="1"/>
          <p:nvPr>
            <p:ph idx="7" type="subTitle"/>
          </p:nvPr>
        </p:nvSpPr>
        <p:spPr>
          <a:xfrm>
            <a:off x="6464808" y="3200400"/>
            <a:ext cx="1993500" cy="375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p:txBody>
      </p:sp>
      <p:sp>
        <p:nvSpPr>
          <p:cNvPr id="674" name="Google Shape;674;p15"/>
          <p:cNvSpPr txBox="1"/>
          <p:nvPr>
            <p:ph idx="8" type="subTitle"/>
          </p:nvPr>
        </p:nvSpPr>
        <p:spPr>
          <a:xfrm>
            <a:off x="6464808" y="3593592"/>
            <a:ext cx="1993500" cy="759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p:txBody>
      </p:sp>
      <p:cxnSp>
        <p:nvCxnSpPr>
          <p:cNvPr id="675" name="Google Shape;675;p15"/>
          <p:cNvCxnSpPr/>
          <p:nvPr/>
        </p:nvCxnSpPr>
        <p:spPr>
          <a:xfrm rot="10800000">
            <a:off x="8109000" y="501275"/>
            <a:ext cx="737700" cy="737700"/>
          </a:xfrm>
          <a:prstGeom prst="straightConnector1">
            <a:avLst/>
          </a:prstGeom>
          <a:noFill/>
          <a:ln cap="flat" cmpd="sng" w="9525">
            <a:solidFill>
              <a:schemeClr val="dk1"/>
            </a:solidFill>
            <a:prstDash val="solid"/>
            <a:round/>
            <a:headEnd len="med" w="med" type="none"/>
            <a:tailEnd len="med" w="med" type="none"/>
          </a:ln>
        </p:spPr>
      </p:cxnSp>
      <p:cxnSp>
        <p:nvCxnSpPr>
          <p:cNvPr id="676" name="Google Shape;676;p15"/>
          <p:cNvCxnSpPr/>
          <p:nvPr/>
        </p:nvCxnSpPr>
        <p:spPr>
          <a:xfrm>
            <a:off x="582475" y="282188"/>
            <a:ext cx="1212900" cy="422700"/>
          </a:xfrm>
          <a:prstGeom prst="straightConnector1">
            <a:avLst/>
          </a:prstGeom>
          <a:noFill/>
          <a:ln cap="flat" cmpd="sng" w="9525">
            <a:solidFill>
              <a:schemeClr val="dk1"/>
            </a:solidFill>
            <a:prstDash val="solid"/>
            <a:round/>
            <a:headEnd len="med" w="med" type="none"/>
            <a:tailEnd len="med" w="med" type="none"/>
          </a:ln>
        </p:spPr>
      </p:cxnSp>
      <p:cxnSp>
        <p:nvCxnSpPr>
          <p:cNvPr id="677" name="Google Shape;677;p15"/>
          <p:cNvCxnSpPr/>
          <p:nvPr/>
        </p:nvCxnSpPr>
        <p:spPr>
          <a:xfrm flipH="1" rot="10800000">
            <a:off x="0" y="274188"/>
            <a:ext cx="582600" cy="654300"/>
          </a:xfrm>
          <a:prstGeom prst="straightConnector1">
            <a:avLst/>
          </a:prstGeom>
          <a:noFill/>
          <a:ln cap="flat" cmpd="sng" w="9525">
            <a:solidFill>
              <a:schemeClr val="dk1"/>
            </a:solidFill>
            <a:prstDash val="solid"/>
            <a:round/>
            <a:headEnd len="med" w="med" type="none"/>
            <a:tailEnd len="med" w="med" type="none"/>
          </a:ln>
        </p:spPr>
      </p:cxnSp>
      <p:grpSp>
        <p:nvGrpSpPr>
          <p:cNvPr id="678" name="Google Shape;678;p15"/>
          <p:cNvGrpSpPr/>
          <p:nvPr/>
        </p:nvGrpSpPr>
        <p:grpSpPr>
          <a:xfrm flipH="1">
            <a:off x="423750" y="125363"/>
            <a:ext cx="292025" cy="292575"/>
            <a:chOff x="7353050" y="316275"/>
            <a:chExt cx="292025" cy="292575"/>
          </a:xfrm>
        </p:grpSpPr>
        <p:sp>
          <p:nvSpPr>
            <p:cNvPr id="679" name="Google Shape;679;p1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3" name="Google Shape;683;p15"/>
          <p:cNvGrpSpPr/>
          <p:nvPr/>
        </p:nvGrpSpPr>
        <p:grpSpPr>
          <a:xfrm>
            <a:off x="1638739" y="558163"/>
            <a:ext cx="293111" cy="293388"/>
            <a:chOff x="3164039" y="430875"/>
            <a:chExt cx="293111" cy="293388"/>
          </a:xfrm>
        </p:grpSpPr>
        <p:sp>
          <p:nvSpPr>
            <p:cNvPr id="684" name="Google Shape;684;p15"/>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5"/>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5"/>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5"/>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5"/>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5"/>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0" name="Google Shape;690;p15"/>
          <p:cNvGrpSpPr/>
          <p:nvPr/>
        </p:nvGrpSpPr>
        <p:grpSpPr>
          <a:xfrm>
            <a:off x="1591750" y="362600"/>
            <a:ext cx="175013" cy="27000"/>
            <a:chOff x="5662375" y="212375"/>
            <a:chExt cx="175013" cy="27000"/>
          </a:xfrm>
        </p:grpSpPr>
        <p:sp>
          <p:nvSpPr>
            <p:cNvPr id="691" name="Google Shape;691;p1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694" name="Google Shape;694;p15"/>
          <p:cNvCxnSpPr/>
          <p:nvPr/>
        </p:nvCxnSpPr>
        <p:spPr>
          <a:xfrm flipH="1">
            <a:off x="8151325" y="6875"/>
            <a:ext cx="1002600" cy="494400"/>
          </a:xfrm>
          <a:prstGeom prst="straightConnector1">
            <a:avLst/>
          </a:prstGeom>
          <a:noFill/>
          <a:ln cap="flat" cmpd="sng" w="9525">
            <a:solidFill>
              <a:schemeClr val="dk1"/>
            </a:solidFill>
            <a:prstDash val="solid"/>
            <a:round/>
            <a:headEnd len="med" w="med" type="none"/>
            <a:tailEnd len="med" w="med" type="none"/>
          </a:ln>
        </p:spPr>
      </p:cxnSp>
      <p:grpSp>
        <p:nvGrpSpPr>
          <p:cNvPr id="695" name="Google Shape;695;p15"/>
          <p:cNvGrpSpPr/>
          <p:nvPr/>
        </p:nvGrpSpPr>
        <p:grpSpPr>
          <a:xfrm>
            <a:off x="7823875" y="202375"/>
            <a:ext cx="581800" cy="582350"/>
            <a:chOff x="8064275" y="887850"/>
            <a:chExt cx="581800" cy="582350"/>
          </a:xfrm>
        </p:grpSpPr>
        <p:sp>
          <p:nvSpPr>
            <p:cNvPr id="696" name="Google Shape;696;p1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2" name="Google Shape;702;p15"/>
          <p:cNvGrpSpPr/>
          <p:nvPr/>
        </p:nvGrpSpPr>
        <p:grpSpPr>
          <a:xfrm flipH="1">
            <a:off x="8698650" y="1117488"/>
            <a:ext cx="292025" cy="292575"/>
            <a:chOff x="7353050" y="316275"/>
            <a:chExt cx="292025" cy="292575"/>
          </a:xfrm>
        </p:grpSpPr>
        <p:sp>
          <p:nvSpPr>
            <p:cNvPr id="703" name="Google Shape;703;p1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7" name="Google Shape;707;p15"/>
          <p:cNvGrpSpPr/>
          <p:nvPr/>
        </p:nvGrpSpPr>
        <p:grpSpPr>
          <a:xfrm>
            <a:off x="8678350" y="1581800"/>
            <a:ext cx="175013" cy="27000"/>
            <a:chOff x="5662375" y="212375"/>
            <a:chExt cx="175013" cy="27000"/>
          </a:xfrm>
        </p:grpSpPr>
        <p:sp>
          <p:nvSpPr>
            <p:cNvPr id="708" name="Google Shape;708;p1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of text 2">
  <p:cSld name="CUSTOM_7">
    <p:spTree>
      <p:nvGrpSpPr>
        <p:cNvPr id="711" name="Shape 711"/>
        <p:cNvGrpSpPr/>
        <p:nvPr/>
      </p:nvGrpSpPr>
      <p:grpSpPr>
        <a:xfrm>
          <a:off x="0" y="0"/>
          <a:ext cx="0" cy="0"/>
          <a:chOff x="0" y="0"/>
          <a:chExt cx="0" cy="0"/>
        </a:xfrm>
      </p:grpSpPr>
      <p:cxnSp>
        <p:nvCxnSpPr>
          <p:cNvPr id="712" name="Google Shape;712;p16"/>
          <p:cNvCxnSpPr/>
          <p:nvPr/>
        </p:nvCxnSpPr>
        <p:spPr>
          <a:xfrm>
            <a:off x="590450" y="4340600"/>
            <a:ext cx="670200" cy="423000"/>
          </a:xfrm>
          <a:prstGeom prst="straightConnector1">
            <a:avLst/>
          </a:prstGeom>
          <a:noFill/>
          <a:ln cap="flat" cmpd="sng" w="9525">
            <a:solidFill>
              <a:schemeClr val="dk1"/>
            </a:solidFill>
            <a:prstDash val="solid"/>
            <a:round/>
            <a:headEnd len="med" w="med" type="none"/>
            <a:tailEnd len="med" w="med" type="none"/>
          </a:ln>
        </p:spPr>
      </p:cxnSp>
      <p:sp>
        <p:nvSpPr>
          <p:cNvPr id="713" name="Google Shape;713;p16"/>
          <p:cNvSpPr txBox="1"/>
          <p:nvPr>
            <p:ph type="title"/>
          </p:nvPr>
        </p:nvSpPr>
        <p:spPr>
          <a:xfrm>
            <a:off x="2208175" y="342775"/>
            <a:ext cx="4727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714" name="Google Shape;714;p16"/>
          <p:cNvCxnSpPr/>
          <p:nvPr/>
        </p:nvCxnSpPr>
        <p:spPr>
          <a:xfrm flipH="1" rot="10800000">
            <a:off x="0" y="4332550"/>
            <a:ext cx="590700" cy="663900"/>
          </a:xfrm>
          <a:prstGeom prst="straightConnector1">
            <a:avLst/>
          </a:prstGeom>
          <a:noFill/>
          <a:ln cap="flat" cmpd="sng" w="9525">
            <a:solidFill>
              <a:schemeClr val="dk1"/>
            </a:solidFill>
            <a:prstDash val="solid"/>
            <a:round/>
            <a:headEnd len="med" w="med" type="none"/>
            <a:tailEnd len="med" w="med" type="none"/>
          </a:ln>
        </p:spPr>
      </p:cxnSp>
      <p:grpSp>
        <p:nvGrpSpPr>
          <p:cNvPr id="715" name="Google Shape;715;p16"/>
          <p:cNvGrpSpPr/>
          <p:nvPr/>
        </p:nvGrpSpPr>
        <p:grpSpPr>
          <a:xfrm flipH="1">
            <a:off x="431725" y="4183775"/>
            <a:ext cx="292025" cy="292575"/>
            <a:chOff x="7353050" y="316275"/>
            <a:chExt cx="292025" cy="292575"/>
          </a:xfrm>
        </p:grpSpPr>
        <p:sp>
          <p:nvSpPr>
            <p:cNvPr id="716" name="Google Shape;716;p1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0" name="Google Shape;720;p16"/>
          <p:cNvGrpSpPr/>
          <p:nvPr/>
        </p:nvGrpSpPr>
        <p:grpSpPr>
          <a:xfrm>
            <a:off x="1075789" y="4604675"/>
            <a:ext cx="293111" cy="293388"/>
            <a:chOff x="3164039" y="430875"/>
            <a:chExt cx="293111" cy="293388"/>
          </a:xfrm>
        </p:grpSpPr>
        <p:sp>
          <p:nvSpPr>
            <p:cNvPr id="721" name="Google Shape;721;p16"/>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6"/>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6"/>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6"/>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6"/>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6"/>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727" name="Google Shape;727;p16"/>
          <p:cNvCxnSpPr/>
          <p:nvPr/>
        </p:nvCxnSpPr>
        <p:spPr>
          <a:xfrm rot="10800000">
            <a:off x="7196975" y="2951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728" name="Google Shape;728;p16"/>
          <p:cNvCxnSpPr/>
          <p:nvPr/>
        </p:nvCxnSpPr>
        <p:spPr>
          <a:xfrm flipH="1">
            <a:off x="8354075" y="-66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729" name="Google Shape;729;p16"/>
          <p:cNvGrpSpPr/>
          <p:nvPr/>
        </p:nvGrpSpPr>
        <p:grpSpPr>
          <a:xfrm>
            <a:off x="8064275" y="526925"/>
            <a:ext cx="581800" cy="582350"/>
            <a:chOff x="8064275" y="887850"/>
            <a:chExt cx="581800" cy="582350"/>
          </a:xfrm>
        </p:grpSpPr>
        <p:sp>
          <p:nvSpPr>
            <p:cNvPr id="730" name="Google Shape;730;p16"/>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6"/>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6"/>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6"/>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6"/>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6"/>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6" name="Google Shape;736;p16"/>
          <p:cNvGrpSpPr/>
          <p:nvPr/>
        </p:nvGrpSpPr>
        <p:grpSpPr>
          <a:xfrm>
            <a:off x="7033875" y="170875"/>
            <a:ext cx="292025" cy="292575"/>
            <a:chOff x="7353050" y="316275"/>
            <a:chExt cx="292025" cy="292575"/>
          </a:xfrm>
        </p:grpSpPr>
        <p:sp>
          <p:nvSpPr>
            <p:cNvPr id="737" name="Google Shape;737;p1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1" name="Google Shape;741;p16"/>
          <p:cNvGrpSpPr/>
          <p:nvPr/>
        </p:nvGrpSpPr>
        <p:grpSpPr>
          <a:xfrm>
            <a:off x="8757950" y="229650"/>
            <a:ext cx="175000" cy="175000"/>
            <a:chOff x="8792300" y="321275"/>
            <a:chExt cx="175000" cy="175000"/>
          </a:xfrm>
        </p:grpSpPr>
        <p:sp>
          <p:nvSpPr>
            <p:cNvPr id="742" name="Google Shape;742;p16"/>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6"/>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6"/>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6"/>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6" name="Google Shape;746;p16"/>
          <p:cNvGrpSpPr/>
          <p:nvPr/>
        </p:nvGrpSpPr>
        <p:grpSpPr>
          <a:xfrm>
            <a:off x="8490050" y="170875"/>
            <a:ext cx="175013" cy="27000"/>
            <a:chOff x="5662375" y="212375"/>
            <a:chExt cx="175013" cy="27000"/>
          </a:xfrm>
        </p:grpSpPr>
        <p:sp>
          <p:nvSpPr>
            <p:cNvPr id="747" name="Google Shape;747;p1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0" name="Google Shape;750;p16"/>
          <p:cNvGrpSpPr/>
          <p:nvPr/>
        </p:nvGrpSpPr>
        <p:grpSpPr>
          <a:xfrm>
            <a:off x="7916350" y="1124600"/>
            <a:ext cx="175013" cy="27000"/>
            <a:chOff x="5662375" y="212375"/>
            <a:chExt cx="175013" cy="27000"/>
          </a:xfrm>
        </p:grpSpPr>
        <p:sp>
          <p:nvSpPr>
            <p:cNvPr id="751" name="Google Shape;751;p1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4" name="Google Shape;754;p16"/>
          <p:cNvSpPr txBox="1"/>
          <p:nvPr>
            <p:ph idx="1" type="subTitle"/>
          </p:nvPr>
        </p:nvSpPr>
        <p:spPr>
          <a:xfrm>
            <a:off x="6217920" y="1819656"/>
            <a:ext cx="1636800" cy="356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755" name="Google Shape;755;p16"/>
          <p:cNvSpPr txBox="1"/>
          <p:nvPr>
            <p:ph idx="2" type="subTitle"/>
          </p:nvPr>
        </p:nvSpPr>
        <p:spPr>
          <a:xfrm>
            <a:off x="3749040" y="1252728"/>
            <a:ext cx="1636800" cy="356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756" name="Google Shape;756;p16"/>
          <p:cNvSpPr txBox="1"/>
          <p:nvPr>
            <p:ph idx="3" type="subTitle"/>
          </p:nvPr>
        </p:nvSpPr>
        <p:spPr>
          <a:xfrm>
            <a:off x="1289304" y="1819656"/>
            <a:ext cx="1636800" cy="356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757" name="Google Shape;757;p16"/>
          <p:cNvSpPr txBox="1"/>
          <p:nvPr>
            <p:ph idx="4" type="subTitle"/>
          </p:nvPr>
        </p:nvSpPr>
        <p:spPr>
          <a:xfrm>
            <a:off x="6217920" y="2139696"/>
            <a:ext cx="1636800" cy="877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defRPr>
            </a:lvl1pPr>
            <a:lvl2pPr lvl="1" rtl="0" algn="ctr">
              <a:spcBef>
                <a:spcPts val="0"/>
              </a:spcBef>
              <a:spcAft>
                <a:spcPts val="0"/>
              </a:spcAft>
              <a:buNone/>
              <a:defRPr sz="1600">
                <a:solidFill>
                  <a:schemeClr val="dk2"/>
                </a:solidFill>
              </a:defRPr>
            </a:lvl2pPr>
            <a:lvl3pPr lvl="2" rtl="0" algn="ctr">
              <a:spcBef>
                <a:spcPts val="0"/>
              </a:spcBef>
              <a:spcAft>
                <a:spcPts val="0"/>
              </a:spcAft>
              <a:buNone/>
              <a:defRPr sz="1600">
                <a:solidFill>
                  <a:schemeClr val="dk2"/>
                </a:solidFill>
              </a:defRPr>
            </a:lvl3pPr>
            <a:lvl4pPr lvl="3" rtl="0" algn="ctr">
              <a:spcBef>
                <a:spcPts val="0"/>
              </a:spcBef>
              <a:spcAft>
                <a:spcPts val="0"/>
              </a:spcAft>
              <a:buNone/>
              <a:defRPr sz="1600">
                <a:solidFill>
                  <a:schemeClr val="dk2"/>
                </a:solidFill>
              </a:defRPr>
            </a:lvl4pPr>
            <a:lvl5pPr lvl="4" rtl="0" algn="ctr">
              <a:spcBef>
                <a:spcPts val="0"/>
              </a:spcBef>
              <a:spcAft>
                <a:spcPts val="0"/>
              </a:spcAft>
              <a:buNone/>
              <a:defRPr sz="1600">
                <a:solidFill>
                  <a:schemeClr val="dk2"/>
                </a:solidFill>
              </a:defRPr>
            </a:lvl5pPr>
            <a:lvl6pPr lvl="5" rtl="0" algn="ctr">
              <a:spcBef>
                <a:spcPts val="0"/>
              </a:spcBef>
              <a:spcAft>
                <a:spcPts val="0"/>
              </a:spcAft>
              <a:buNone/>
              <a:defRPr sz="1600">
                <a:solidFill>
                  <a:schemeClr val="dk2"/>
                </a:solidFill>
              </a:defRPr>
            </a:lvl6pPr>
            <a:lvl7pPr lvl="6" rtl="0" algn="ctr">
              <a:spcBef>
                <a:spcPts val="0"/>
              </a:spcBef>
              <a:spcAft>
                <a:spcPts val="0"/>
              </a:spcAft>
              <a:buNone/>
              <a:defRPr sz="1600">
                <a:solidFill>
                  <a:schemeClr val="dk2"/>
                </a:solidFill>
              </a:defRPr>
            </a:lvl7pPr>
            <a:lvl8pPr lvl="7" rtl="0" algn="ctr">
              <a:spcBef>
                <a:spcPts val="0"/>
              </a:spcBef>
              <a:spcAft>
                <a:spcPts val="0"/>
              </a:spcAft>
              <a:buNone/>
              <a:defRPr sz="1600">
                <a:solidFill>
                  <a:schemeClr val="dk2"/>
                </a:solidFill>
              </a:defRPr>
            </a:lvl8pPr>
            <a:lvl9pPr lvl="8" rtl="0" algn="ctr">
              <a:spcBef>
                <a:spcPts val="0"/>
              </a:spcBef>
              <a:spcAft>
                <a:spcPts val="0"/>
              </a:spcAft>
              <a:buNone/>
              <a:defRPr sz="1600">
                <a:solidFill>
                  <a:schemeClr val="dk2"/>
                </a:solidFill>
              </a:defRPr>
            </a:lvl9pPr>
          </a:lstStyle>
          <a:p/>
        </p:txBody>
      </p:sp>
      <p:sp>
        <p:nvSpPr>
          <p:cNvPr id="758" name="Google Shape;758;p16"/>
          <p:cNvSpPr txBox="1"/>
          <p:nvPr>
            <p:ph idx="5" type="subTitle"/>
          </p:nvPr>
        </p:nvSpPr>
        <p:spPr>
          <a:xfrm>
            <a:off x="3749040" y="1581912"/>
            <a:ext cx="1636800" cy="8778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759" name="Google Shape;759;p16"/>
          <p:cNvSpPr txBox="1"/>
          <p:nvPr>
            <p:ph idx="6" type="subTitle"/>
          </p:nvPr>
        </p:nvSpPr>
        <p:spPr>
          <a:xfrm>
            <a:off x="1289304" y="2139696"/>
            <a:ext cx="1636800" cy="8778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lumns of text">
  <p:cSld name="CUSTOM_8">
    <p:spTree>
      <p:nvGrpSpPr>
        <p:cNvPr id="760" name="Shape 760"/>
        <p:cNvGrpSpPr/>
        <p:nvPr/>
      </p:nvGrpSpPr>
      <p:grpSpPr>
        <a:xfrm>
          <a:off x="0" y="0"/>
          <a:ext cx="0" cy="0"/>
          <a:chOff x="0" y="0"/>
          <a:chExt cx="0" cy="0"/>
        </a:xfrm>
      </p:grpSpPr>
      <p:sp>
        <p:nvSpPr>
          <p:cNvPr id="761" name="Google Shape;761;p17"/>
          <p:cNvSpPr txBox="1"/>
          <p:nvPr>
            <p:ph type="title"/>
          </p:nvPr>
        </p:nvSpPr>
        <p:spPr>
          <a:xfrm>
            <a:off x="3090672" y="338328"/>
            <a:ext cx="2962800" cy="5760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sp>
        <p:nvSpPr>
          <p:cNvPr id="762" name="Google Shape;762;p17"/>
          <p:cNvSpPr txBox="1"/>
          <p:nvPr>
            <p:ph idx="1" type="subTitle"/>
          </p:nvPr>
        </p:nvSpPr>
        <p:spPr>
          <a:xfrm>
            <a:off x="1522425" y="1588336"/>
            <a:ext cx="1764900" cy="4572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p:txBody>
      </p:sp>
      <p:sp>
        <p:nvSpPr>
          <p:cNvPr id="763" name="Google Shape;763;p17"/>
          <p:cNvSpPr txBox="1"/>
          <p:nvPr>
            <p:ph idx="2" type="subTitle"/>
          </p:nvPr>
        </p:nvSpPr>
        <p:spPr>
          <a:xfrm>
            <a:off x="1522425" y="1928169"/>
            <a:ext cx="1764900" cy="61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sp>
        <p:nvSpPr>
          <p:cNvPr id="764" name="Google Shape;764;p17"/>
          <p:cNvSpPr txBox="1"/>
          <p:nvPr>
            <p:ph idx="3" type="subTitle"/>
          </p:nvPr>
        </p:nvSpPr>
        <p:spPr>
          <a:xfrm>
            <a:off x="3689552" y="1588336"/>
            <a:ext cx="1764900" cy="4572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p:txBody>
      </p:sp>
      <p:sp>
        <p:nvSpPr>
          <p:cNvPr id="765" name="Google Shape;765;p17"/>
          <p:cNvSpPr txBox="1"/>
          <p:nvPr>
            <p:ph idx="4" type="subTitle"/>
          </p:nvPr>
        </p:nvSpPr>
        <p:spPr>
          <a:xfrm>
            <a:off x="3689552" y="1928169"/>
            <a:ext cx="1764900" cy="61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9pPr>
          </a:lstStyle>
          <a:p/>
        </p:txBody>
      </p:sp>
      <p:sp>
        <p:nvSpPr>
          <p:cNvPr id="766" name="Google Shape;766;p17"/>
          <p:cNvSpPr txBox="1"/>
          <p:nvPr>
            <p:ph idx="5" type="subTitle"/>
          </p:nvPr>
        </p:nvSpPr>
        <p:spPr>
          <a:xfrm>
            <a:off x="5856675" y="1588336"/>
            <a:ext cx="1764900" cy="4572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p:txBody>
      </p:sp>
      <p:sp>
        <p:nvSpPr>
          <p:cNvPr id="767" name="Google Shape;767;p17"/>
          <p:cNvSpPr txBox="1"/>
          <p:nvPr>
            <p:ph idx="6" type="subTitle"/>
          </p:nvPr>
        </p:nvSpPr>
        <p:spPr>
          <a:xfrm>
            <a:off x="5856675" y="1928169"/>
            <a:ext cx="1764900" cy="61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sp>
        <p:nvSpPr>
          <p:cNvPr id="768" name="Google Shape;768;p17"/>
          <p:cNvSpPr txBox="1"/>
          <p:nvPr>
            <p:ph idx="7" type="subTitle"/>
          </p:nvPr>
        </p:nvSpPr>
        <p:spPr>
          <a:xfrm>
            <a:off x="1522425" y="3215958"/>
            <a:ext cx="1764900" cy="4572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p:txBody>
      </p:sp>
      <p:sp>
        <p:nvSpPr>
          <p:cNvPr id="769" name="Google Shape;769;p17"/>
          <p:cNvSpPr txBox="1"/>
          <p:nvPr>
            <p:ph idx="8" type="subTitle"/>
          </p:nvPr>
        </p:nvSpPr>
        <p:spPr>
          <a:xfrm>
            <a:off x="1522425" y="3556017"/>
            <a:ext cx="1764900" cy="6108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sp>
        <p:nvSpPr>
          <p:cNvPr id="770" name="Google Shape;770;p17"/>
          <p:cNvSpPr txBox="1"/>
          <p:nvPr>
            <p:ph idx="9" type="subTitle"/>
          </p:nvPr>
        </p:nvSpPr>
        <p:spPr>
          <a:xfrm>
            <a:off x="3597450" y="3215961"/>
            <a:ext cx="1949100" cy="4572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p:txBody>
      </p:sp>
      <p:sp>
        <p:nvSpPr>
          <p:cNvPr id="771" name="Google Shape;771;p17"/>
          <p:cNvSpPr txBox="1"/>
          <p:nvPr>
            <p:ph idx="13" type="subTitle"/>
          </p:nvPr>
        </p:nvSpPr>
        <p:spPr>
          <a:xfrm>
            <a:off x="3597500" y="3556017"/>
            <a:ext cx="1949100" cy="6108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sp>
        <p:nvSpPr>
          <p:cNvPr id="772" name="Google Shape;772;p17"/>
          <p:cNvSpPr txBox="1"/>
          <p:nvPr>
            <p:ph idx="14" type="subTitle"/>
          </p:nvPr>
        </p:nvSpPr>
        <p:spPr>
          <a:xfrm>
            <a:off x="5856675" y="3215958"/>
            <a:ext cx="1764900" cy="4572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p:txBody>
      </p:sp>
      <p:sp>
        <p:nvSpPr>
          <p:cNvPr id="773" name="Google Shape;773;p17"/>
          <p:cNvSpPr txBox="1"/>
          <p:nvPr>
            <p:ph idx="15" type="subTitle"/>
          </p:nvPr>
        </p:nvSpPr>
        <p:spPr>
          <a:xfrm>
            <a:off x="5856675" y="3556017"/>
            <a:ext cx="1764900" cy="6108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cxnSp>
        <p:nvCxnSpPr>
          <p:cNvPr id="774" name="Google Shape;774;p17"/>
          <p:cNvCxnSpPr/>
          <p:nvPr/>
        </p:nvCxnSpPr>
        <p:spPr>
          <a:xfrm>
            <a:off x="2904283" y="4513075"/>
            <a:ext cx="1133100" cy="306300"/>
          </a:xfrm>
          <a:prstGeom prst="straightConnector1">
            <a:avLst/>
          </a:prstGeom>
          <a:noFill/>
          <a:ln cap="flat" cmpd="sng" w="9525">
            <a:solidFill>
              <a:schemeClr val="dk1"/>
            </a:solidFill>
            <a:prstDash val="solid"/>
            <a:round/>
            <a:headEnd len="med" w="med" type="none"/>
            <a:tailEnd len="med" w="med" type="none"/>
          </a:ln>
        </p:spPr>
      </p:cxnSp>
      <p:cxnSp>
        <p:nvCxnSpPr>
          <p:cNvPr id="775" name="Google Shape;775;p17"/>
          <p:cNvCxnSpPr/>
          <p:nvPr/>
        </p:nvCxnSpPr>
        <p:spPr>
          <a:xfrm flipH="1" rot="10800000">
            <a:off x="1562083" y="4492325"/>
            <a:ext cx="1342200" cy="315300"/>
          </a:xfrm>
          <a:prstGeom prst="straightConnector1">
            <a:avLst/>
          </a:prstGeom>
          <a:noFill/>
          <a:ln cap="flat" cmpd="sng" w="9525">
            <a:solidFill>
              <a:schemeClr val="dk1"/>
            </a:solidFill>
            <a:prstDash val="solid"/>
            <a:round/>
            <a:headEnd len="med" w="med" type="none"/>
            <a:tailEnd len="med" w="med" type="none"/>
          </a:ln>
        </p:spPr>
      </p:cxnSp>
      <p:cxnSp>
        <p:nvCxnSpPr>
          <p:cNvPr id="776" name="Google Shape;776;p17"/>
          <p:cNvCxnSpPr/>
          <p:nvPr/>
        </p:nvCxnSpPr>
        <p:spPr>
          <a:xfrm>
            <a:off x="259558" y="4408000"/>
            <a:ext cx="1332000" cy="392100"/>
          </a:xfrm>
          <a:prstGeom prst="straightConnector1">
            <a:avLst/>
          </a:prstGeom>
          <a:noFill/>
          <a:ln cap="flat" cmpd="sng" w="9525">
            <a:solidFill>
              <a:schemeClr val="dk1"/>
            </a:solidFill>
            <a:prstDash val="solid"/>
            <a:round/>
            <a:headEnd len="med" w="med" type="none"/>
            <a:tailEnd len="med" w="med" type="none"/>
          </a:ln>
        </p:spPr>
      </p:cxnSp>
      <p:cxnSp>
        <p:nvCxnSpPr>
          <p:cNvPr id="777" name="Google Shape;777;p17"/>
          <p:cNvCxnSpPr/>
          <p:nvPr/>
        </p:nvCxnSpPr>
        <p:spPr>
          <a:xfrm>
            <a:off x="-6867" y="3993550"/>
            <a:ext cx="273900" cy="407100"/>
          </a:xfrm>
          <a:prstGeom prst="straightConnector1">
            <a:avLst/>
          </a:prstGeom>
          <a:noFill/>
          <a:ln cap="flat" cmpd="sng" w="9525">
            <a:solidFill>
              <a:schemeClr val="dk1"/>
            </a:solidFill>
            <a:prstDash val="solid"/>
            <a:round/>
            <a:headEnd len="med" w="med" type="none"/>
            <a:tailEnd len="med" w="med" type="none"/>
          </a:ln>
        </p:spPr>
      </p:cxnSp>
      <p:grpSp>
        <p:nvGrpSpPr>
          <p:cNvPr id="778" name="Google Shape;778;p17"/>
          <p:cNvGrpSpPr/>
          <p:nvPr/>
        </p:nvGrpSpPr>
        <p:grpSpPr>
          <a:xfrm flipH="1">
            <a:off x="1278333" y="4513075"/>
            <a:ext cx="581800" cy="582350"/>
            <a:chOff x="8064275" y="887850"/>
            <a:chExt cx="581800" cy="582350"/>
          </a:xfrm>
        </p:grpSpPr>
        <p:sp>
          <p:nvSpPr>
            <p:cNvPr id="779" name="Google Shape;779;p1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5" name="Google Shape;785;p17"/>
          <p:cNvGrpSpPr/>
          <p:nvPr/>
        </p:nvGrpSpPr>
        <p:grpSpPr>
          <a:xfrm flipH="1">
            <a:off x="2747608" y="4340463"/>
            <a:ext cx="292025" cy="292575"/>
            <a:chOff x="7353050" y="316275"/>
            <a:chExt cx="292025" cy="292575"/>
          </a:xfrm>
        </p:grpSpPr>
        <p:sp>
          <p:nvSpPr>
            <p:cNvPr id="786" name="Google Shape;786;p1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0" name="Google Shape;790;p17"/>
          <p:cNvGrpSpPr/>
          <p:nvPr/>
        </p:nvGrpSpPr>
        <p:grpSpPr>
          <a:xfrm flipH="1">
            <a:off x="171308" y="4315025"/>
            <a:ext cx="175000" cy="175000"/>
            <a:chOff x="8792300" y="321275"/>
            <a:chExt cx="175000" cy="175000"/>
          </a:xfrm>
        </p:grpSpPr>
        <p:sp>
          <p:nvSpPr>
            <p:cNvPr id="791" name="Google Shape;791;p17"/>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7"/>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7"/>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7"/>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5" name="Google Shape;795;p17"/>
          <p:cNvGrpSpPr/>
          <p:nvPr/>
        </p:nvGrpSpPr>
        <p:grpSpPr>
          <a:xfrm>
            <a:off x="3873197" y="4657550"/>
            <a:ext cx="293111" cy="293388"/>
            <a:chOff x="3164039" y="430875"/>
            <a:chExt cx="293111" cy="293388"/>
          </a:xfrm>
        </p:grpSpPr>
        <p:sp>
          <p:nvSpPr>
            <p:cNvPr id="796" name="Google Shape;796;p17"/>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7"/>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7"/>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7"/>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7"/>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17"/>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2" name="Google Shape;802;p17"/>
          <p:cNvGrpSpPr/>
          <p:nvPr/>
        </p:nvGrpSpPr>
        <p:grpSpPr>
          <a:xfrm flipH="1">
            <a:off x="242270" y="4142425"/>
            <a:ext cx="175013" cy="27000"/>
            <a:chOff x="5662375" y="212375"/>
            <a:chExt cx="175013" cy="27000"/>
          </a:xfrm>
        </p:grpSpPr>
        <p:sp>
          <p:nvSpPr>
            <p:cNvPr id="803" name="Google Shape;803;p1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06" name="Google Shape;806;p17"/>
          <p:cNvCxnSpPr/>
          <p:nvPr/>
        </p:nvCxnSpPr>
        <p:spPr>
          <a:xfrm rot="10800000">
            <a:off x="5995050" y="226600"/>
            <a:ext cx="1504500" cy="224700"/>
          </a:xfrm>
          <a:prstGeom prst="straightConnector1">
            <a:avLst/>
          </a:prstGeom>
          <a:noFill/>
          <a:ln cap="flat" cmpd="sng" w="9525">
            <a:solidFill>
              <a:schemeClr val="dk1"/>
            </a:solidFill>
            <a:prstDash val="solid"/>
            <a:round/>
            <a:headEnd len="med" w="med" type="none"/>
            <a:tailEnd len="med" w="med" type="none"/>
          </a:ln>
        </p:spPr>
      </p:cxnSp>
      <p:cxnSp>
        <p:nvCxnSpPr>
          <p:cNvPr id="807" name="Google Shape;807;p17"/>
          <p:cNvCxnSpPr/>
          <p:nvPr/>
        </p:nvCxnSpPr>
        <p:spPr>
          <a:xfrm rot="10800000">
            <a:off x="7512925" y="457850"/>
            <a:ext cx="829500" cy="743400"/>
          </a:xfrm>
          <a:prstGeom prst="straightConnector1">
            <a:avLst/>
          </a:prstGeom>
          <a:noFill/>
          <a:ln cap="flat" cmpd="sng" w="9525">
            <a:solidFill>
              <a:schemeClr val="dk1"/>
            </a:solidFill>
            <a:prstDash val="solid"/>
            <a:round/>
            <a:headEnd len="med" w="med" type="none"/>
            <a:tailEnd len="med" w="med" type="none"/>
          </a:ln>
        </p:spPr>
      </p:cxnSp>
      <p:cxnSp>
        <p:nvCxnSpPr>
          <p:cNvPr id="808" name="Google Shape;808;p17"/>
          <p:cNvCxnSpPr/>
          <p:nvPr/>
        </p:nvCxnSpPr>
        <p:spPr>
          <a:xfrm flipH="1">
            <a:off x="8348975" y="-6625"/>
            <a:ext cx="796500" cy="1188000"/>
          </a:xfrm>
          <a:prstGeom prst="straightConnector1">
            <a:avLst/>
          </a:prstGeom>
          <a:noFill/>
          <a:ln cap="flat" cmpd="sng" w="9525">
            <a:solidFill>
              <a:schemeClr val="dk1"/>
            </a:solidFill>
            <a:prstDash val="solid"/>
            <a:round/>
            <a:headEnd len="med" w="med" type="none"/>
            <a:tailEnd len="med" w="med" type="none"/>
          </a:ln>
        </p:spPr>
      </p:cxnSp>
      <p:grpSp>
        <p:nvGrpSpPr>
          <p:cNvPr id="809" name="Google Shape;809;p17"/>
          <p:cNvGrpSpPr/>
          <p:nvPr/>
        </p:nvGrpSpPr>
        <p:grpSpPr>
          <a:xfrm>
            <a:off x="8064275" y="1040250"/>
            <a:ext cx="581800" cy="582350"/>
            <a:chOff x="8064275" y="887850"/>
            <a:chExt cx="581800" cy="582350"/>
          </a:xfrm>
        </p:grpSpPr>
        <p:sp>
          <p:nvSpPr>
            <p:cNvPr id="810" name="Google Shape;810;p1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6" name="Google Shape;816;p17"/>
          <p:cNvGrpSpPr/>
          <p:nvPr/>
        </p:nvGrpSpPr>
        <p:grpSpPr>
          <a:xfrm>
            <a:off x="7353050" y="316275"/>
            <a:ext cx="292025" cy="292575"/>
            <a:chOff x="7353050" y="316275"/>
            <a:chExt cx="292025" cy="292575"/>
          </a:xfrm>
        </p:grpSpPr>
        <p:sp>
          <p:nvSpPr>
            <p:cNvPr id="817" name="Google Shape;817;p1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1" name="Google Shape;821;p17"/>
          <p:cNvGrpSpPr/>
          <p:nvPr/>
        </p:nvGrpSpPr>
        <p:grpSpPr>
          <a:xfrm>
            <a:off x="8792300" y="321275"/>
            <a:ext cx="175000" cy="175000"/>
            <a:chOff x="8792300" y="321275"/>
            <a:chExt cx="175000" cy="175000"/>
          </a:xfrm>
        </p:grpSpPr>
        <p:sp>
          <p:nvSpPr>
            <p:cNvPr id="822" name="Google Shape;822;p17"/>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7"/>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7"/>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7"/>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6" name="Google Shape;826;p17"/>
          <p:cNvSpPr/>
          <p:nvPr/>
        </p:nvSpPr>
        <p:spPr>
          <a:xfrm>
            <a:off x="5829305" y="687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7"/>
          <p:cNvSpPr/>
          <p:nvPr/>
        </p:nvSpPr>
        <p:spPr>
          <a:xfrm>
            <a:off x="5827050" y="661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7"/>
          <p:cNvSpPr/>
          <p:nvPr/>
        </p:nvSpPr>
        <p:spPr>
          <a:xfrm>
            <a:off x="5865794" y="1052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7"/>
          <p:cNvSpPr/>
          <p:nvPr/>
        </p:nvSpPr>
        <p:spPr>
          <a:xfrm>
            <a:off x="5863552" y="1026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7"/>
          <p:cNvSpPr/>
          <p:nvPr/>
        </p:nvSpPr>
        <p:spPr>
          <a:xfrm>
            <a:off x="5905382" y="1447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7"/>
          <p:cNvSpPr/>
          <p:nvPr/>
        </p:nvSpPr>
        <p:spPr>
          <a:xfrm>
            <a:off x="5903140" y="1425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2" name="Google Shape;832;p17"/>
          <p:cNvGrpSpPr/>
          <p:nvPr/>
        </p:nvGrpSpPr>
        <p:grpSpPr>
          <a:xfrm>
            <a:off x="8490050" y="170875"/>
            <a:ext cx="175013" cy="27000"/>
            <a:chOff x="5662375" y="212375"/>
            <a:chExt cx="175013" cy="27000"/>
          </a:xfrm>
        </p:grpSpPr>
        <p:sp>
          <p:nvSpPr>
            <p:cNvPr id="833" name="Google Shape;833;p1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1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6" name="Google Shape;836;p17"/>
          <p:cNvGrpSpPr/>
          <p:nvPr/>
        </p:nvGrpSpPr>
        <p:grpSpPr>
          <a:xfrm>
            <a:off x="8678350" y="1658000"/>
            <a:ext cx="175013" cy="27000"/>
            <a:chOff x="5662375" y="212375"/>
            <a:chExt cx="175013" cy="27000"/>
          </a:xfrm>
        </p:grpSpPr>
        <p:sp>
          <p:nvSpPr>
            <p:cNvPr id="837" name="Google Shape;837;p1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CUSTOM_10">
    <p:spTree>
      <p:nvGrpSpPr>
        <p:cNvPr id="840" name="Shape 840"/>
        <p:cNvGrpSpPr/>
        <p:nvPr/>
      </p:nvGrpSpPr>
      <p:grpSpPr>
        <a:xfrm>
          <a:off x="0" y="0"/>
          <a:ext cx="0" cy="0"/>
          <a:chOff x="0" y="0"/>
          <a:chExt cx="0" cy="0"/>
        </a:xfrm>
      </p:grpSpPr>
      <p:sp>
        <p:nvSpPr>
          <p:cNvPr id="841" name="Google Shape;841;p18"/>
          <p:cNvSpPr txBox="1"/>
          <p:nvPr>
            <p:ph type="title"/>
          </p:nvPr>
        </p:nvSpPr>
        <p:spPr>
          <a:xfrm>
            <a:off x="1271016" y="338328"/>
            <a:ext cx="6611100" cy="5487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sp>
        <p:nvSpPr>
          <p:cNvPr id="842" name="Google Shape;842;p18"/>
          <p:cNvSpPr txBox="1"/>
          <p:nvPr>
            <p:ph idx="1" type="subTitle"/>
          </p:nvPr>
        </p:nvSpPr>
        <p:spPr>
          <a:xfrm>
            <a:off x="4690875" y="1491351"/>
            <a:ext cx="3557100" cy="2656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cxnSp>
        <p:nvCxnSpPr>
          <p:cNvPr id="843" name="Google Shape;843;p18"/>
          <p:cNvCxnSpPr/>
          <p:nvPr/>
        </p:nvCxnSpPr>
        <p:spPr>
          <a:xfrm rot="10800000">
            <a:off x="8109000" y="501275"/>
            <a:ext cx="737700" cy="737700"/>
          </a:xfrm>
          <a:prstGeom prst="straightConnector1">
            <a:avLst/>
          </a:prstGeom>
          <a:noFill/>
          <a:ln cap="flat" cmpd="sng" w="9525">
            <a:solidFill>
              <a:schemeClr val="dk1"/>
            </a:solidFill>
            <a:prstDash val="solid"/>
            <a:round/>
            <a:headEnd len="med" w="med" type="none"/>
            <a:tailEnd len="med" w="med" type="none"/>
          </a:ln>
        </p:spPr>
      </p:cxnSp>
      <p:cxnSp>
        <p:nvCxnSpPr>
          <p:cNvPr id="844" name="Google Shape;844;p18"/>
          <p:cNvCxnSpPr/>
          <p:nvPr/>
        </p:nvCxnSpPr>
        <p:spPr>
          <a:xfrm>
            <a:off x="582475" y="282188"/>
            <a:ext cx="1212900" cy="422700"/>
          </a:xfrm>
          <a:prstGeom prst="straightConnector1">
            <a:avLst/>
          </a:prstGeom>
          <a:noFill/>
          <a:ln cap="flat" cmpd="sng" w="9525">
            <a:solidFill>
              <a:schemeClr val="dk1"/>
            </a:solidFill>
            <a:prstDash val="solid"/>
            <a:round/>
            <a:headEnd len="med" w="med" type="none"/>
            <a:tailEnd len="med" w="med" type="none"/>
          </a:ln>
        </p:spPr>
      </p:cxnSp>
      <p:cxnSp>
        <p:nvCxnSpPr>
          <p:cNvPr id="845" name="Google Shape;845;p18"/>
          <p:cNvCxnSpPr/>
          <p:nvPr/>
        </p:nvCxnSpPr>
        <p:spPr>
          <a:xfrm flipH="1" rot="10800000">
            <a:off x="0" y="274188"/>
            <a:ext cx="582600" cy="654300"/>
          </a:xfrm>
          <a:prstGeom prst="straightConnector1">
            <a:avLst/>
          </a:prstGeom>
          <a:noFill/>
          <a:ln cap="flat" cmpd="sng" w="9525">
            <a:solidFill>
              <a:schemeClr val="dk1"/>
            </a:solidFill>
            <a:prstDash val="solid"/>
            <a:round/>
            <a:headEnd len="med" w="med" type="none"/>
            <a:tailEnd len="med" w="med" type="none"/>
          </a:ln>
        </p:spPr>
      </p:cxnSp>
      <p:grpSp>
        <p:nvGrpSpPr>
          <p:cNvPr id="846" name="Google Shape;846;p18"/>
          <p:cNvGrpSpPr/>
          <p:nvPr/>
        </p:nvGrpSpPr>
        <p:grpSpPr>
          <a:xfrm flipH="1">
            <a:off x="423750" y="125363"/>
            <a:ext cx="292025" cy="292575"/>
            <a:chOff x="7353050" y="316275"/>
            <a:chExt cx="292025" cy="292575"/>
          </a:xfrm>
        </p:grpSpPr>
        <p:sp>
          <p:nvSpPr>
            <p:cNvPr id="847" name="Google Shape;847;p1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1" name="Google Shape;851;p18"/>
          <p:cNvGrpSpPr/>
          <p:nvPr/>
        </p:nvGrpSpPr>
        <p:grpSpPr>
          <a:xfrm>
            <a:off x="1638739" y="558163"/>
            <a:ext cx="293111" cy="293388"/>
            <a:chOff x="3164039" y="430875"/>
            <a:chExt cx="293111" cy="293388"/>
          </a:xfrm>
        </p:grpSpPr>
        <p:sp>
          <p:nvSpPr>
            <p:cNvPr id="852" name="Google Shape;852;p18"/>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8"/>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8"/>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8"/>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8"/>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8"/>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8" name="Google Shape;858;p18"/>
          <p:cNvGrpSpPr/>
          <p:nvPr/>
        </p:nvGrpSpPr>
        <p:grpSpPr>
          <a:xfrm>
            <a:off x="1591750" y="362600"/>
            <a:ext cx="175013" cy="27000"/>
            <a:chOff x="5662375" y="212375"/>
            <a:chExt cx="175013" cy="27000"/>
          </a:xfrm>
        </p:grpSpPr>
        <p:sp>
          <p:nvSpPr>
            <p:cNvPr id="859" name="Google Shape;859;p1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62" name="Google Shape;862;p18"/>
          <p:cNvCxnSpPr/>
          <p:nvPr/>
        </p:nvCxnSpPr>
        <p:spPr>
          <a:xfrm flipH="1">
            <a:off x="8151325" y="6875"/>
            <a:ext cx="1002600" cy="494400"/>
          </a:xfrm>
          <a:prstGeom prst="straightConnector1">
            <a:avLst/>
          </a:prstGeom>
          <a:noFill/>
          <a:ln cap="flat" cmpd="sng" w="9525">
            <a:solidFill>
              <a:schemeClr val="dk1"/>
            </a:solidFill>
            <a:prstDash val="solid"/>
            <a:round/>
            <a:headEnd len="med" w="med" type="none"/>
            <a:tailEnd len="med" w="med" type="none"/>
          </a:ln>
        </p:spPr>
      </p:cxnSp>
      <p:grpSp>
        <p:nvGrpSpPr>
          <p:cNvPr id="863" name="Google Shape;863;p18"/>
          <p:cNvGrpSpPr/>
          <p:nvPr/>
        </p:nvGrpSpPr>
        <p:grpSpPr>
          <a:xfrm>
            <a:off x="7823875" y="202375"/>
            <a:ext cx="581800" cy="582350"/>
            <a:chOff x="8064275" y="887850"/>
            <a:chExt cx="581800" cy="582350"/>
          </a:xfrm>
        </p:grpSpPr>
        <p:sp>
          <p:nvSpPr>
            <p:cNvPr id="864" name="Google Shape;864;p18"/>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8"/>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8"/>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8"/>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8"/>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8"/>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0" name="Google Shape;870;p18"/>
          <p:cNvGrpSpPr/>
          <p:nvPr/>
        </p:nvGrpSpPr>
        <p:grpSpPr>
          <a:xfrm flipH="1">
            <a:off x="8698650" y="1117488"/>
            <a:ext cx="292025" cy="292575"/>
            <a:chOff x="7353050" y="316275"/>
            <a:chExt cx="292025" cy="292575"/>
          </a:xfrm>
        </p:grpSpPr>
        <p:sp>
          <p:nvSpPr>
            <p:cNvPr id="871" name="Google Shape;871;p1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5" name="Google Shape;875;p18"/>
          <p:cNvGrpSpPr/>
          <p:nvPr/>
        </p:nvGrpSpPr>
        <p:grpSpPr>
          <a:xfrm>
            <a:off x="8678350" y="1581800"/>
            <a:ext cx="175013" cy="27000"/>
            <a:chOff x="5662375" y="212375"/>
            <a:chExt cx="175013" cy="27000"/>
          </a:xfrm>
        </p:grpSpPr>
        <p:sp>
          <p:nvSpPr>
            <p:cNvPr id="876" name="Google Shape;876;p1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1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79" name="Google Shape;879;p18"/>
          <p:cNvCxnSpPr/>
          <p:nvPr/>
        </p:nvCxnSpPr>
        <p:spPr>
          <a:xfrm flipH="1">
            <a:off x="5101704" y="4513075"/>
            <a:ext cx="1133100" cy="306300"/>
          </a:xfrm>
          <a:prstGeom prst="straightConnector1">
            <a:avLst/>
          </a:prstGeom>
          <a:noFill/>
          <a:ln cap="flat" cmpd="sng" w="9525">
            <a:solidFill>
              <a:schemeClr val="dk2"/>
            </a:solidFill>
            <a:prstDash val="solid"/>
            <a:round/>
            <a:headEnd len="med" w="med" type="none"/>
            <a:tailEnd len="med" w="med" type="none"/>
          </a:ln>
        </p:spPr>
      </p:cxnSp>
      <p:cxnSp>
        <p:nvCxnSpPr>
          <p:cNvPr id="880" name="Google Shape;880;p18"/>
          <p:cNvCxnSpPr/>
          <p:nvPr/>
        </p:nvCxnSpPr>
        <p:spPr>
          <a:xfrm rot="10800000">
            <a:off x="6234804" y="4492325"/>
            <a:ext cx="1342200" cy="315300"/>
          </a:xfrm>
          <a:prstGeom prst="straightConnector1">
            <a:avLst/>
          </a:prstGeom>
          <a:noFill/>
          <a:ln cap="flat" cmpd="sng" w="9525">
            <a:solidFill>
              <a:schemeClr val="dk2"/>
            </a:solidFill>
            <a:prstDash val="solid"/>
            <a:round/>
            <a:headEnd len="med" w="med" type="none"/>
            <a:tailEnd len="med" w="med" type="none"/>
          </a:ln>
        </p:spPr>
      </p:cxnSp>
      <p:cxnSp>
        <p:nvCxnSpPr>
          <p:cNvPr id="881" name="Google Shape;881;p18"/>
          <p:cNvCxnSpPr/>
          <p:nvPr/>
        </p:nvCxnSpPr>
        <p:spPr>
          <a:xfrm flipH="1">
            <a:off x="7547529" y="4408000"/>
            <a:ext cx="1332000" cy="392100"/>
          </a:xfrm>
          <a:prstGeom prst="straightConnector1">
            <a:avLst/>
          </a:prstGeom>
          <a:noFill/>
          <a:ln cap="flat" cmpd="sng" w="9525">
            <a:solidFill>
              <a:schemeClr val="dk2"/>
            </a:solidFill>
            <a:prstDash val="solid"/>
            <a:round/>
            <a:headEnd len="med" w="med" type="none"/>
            <a:tailEnd len="med" w="med" type="none"/>
          </a:ln>
        </p:spPr>
      </p:cxnSp>
      <p:cxnSp>
        <p:nvCxnSpPr>
          <p:cNvPr id="882" name="Google Shape;882;p18"/>
          <p:cNvCxnSpPr/>
          <p:nvPr/>
        </p:nvCxnSpPr>
        <p:spPr>
          <a:xfrm flipH="1">
            <a:off x="8872054" y="3993550"/>
            <a:ext cx="273900" cy="407100"/>
          </a:xfrm>
          <a:prstGeom prst="straightConnector1">
            <a:avLst/>
          </a:prstGeom>
          <a:noFill/>
          <a:ln cap="flat" cmpd="sng" w="9525">
            <a:solidFill>
              <a:schemeClr val="dk2"/>
            </a:solidFill>
            <a:prstDash val="solid"/>
            <a:round/>
            <a:headEnd len="med" w="med" type="none"/>
            <a:tailEnd len="med" w="med" type="none"/>
          </a:ln>
        </p:spPr>
      </p:cxnSp>
      <p:grpSp>
        <p:nvGrpSpPr>
          <p:cNvPr id="883" name="Google Shape;883;p18"/>
          <p:cNvGrpSpPr/>
          <p:nvPr/>
        </p:nvGrpSpPr>
        <p:grpSpPr>
          <a:xfrm>
            <a:off x="7278954" y="4513075"/>
            <a:ext cx="581800" cy="582350"/>
            <a:chOff x="8064275" y="887850"/>
            <a:chExt cx="581800" cy="582350"/>
          </a:xfrm>
        </p:grpSpPr>
        <p:sp>
          <p:nvSpPr>
            <p:cNvPr id="884" name="Google Shape;884;p18"/>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8"/>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8"/>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8"/>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8"/>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8"/>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0" name="Google Shape;890;p18"/>
          <p:cNvGrpSpPr/>
          <p:nvPr/>
        </p:nvGrpSpPr>
        <p:grpSpPr>
          <a:xfrm>
            <a:off x="6099454" y="4340463"/>
            <a:ext cx="292025" cy="292575"/>
            <a:chOff x="7353050" y="316275"/>
            <a:chExt cx="292025" cy="292575"/>
          </a:xfrm>
        </p:grpSpPr>
        <p:sp>
          <p:nvSpPr>
            <p:cNvPr id="891" name="Google Shape;891;p1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5" name="Google Shape;895;p18"/>
          <p:cNvGrpSpPr/>
          <p:nvPr/>
        </p:nvGrpSpPr>
        <p:grpSpPr>
          <a:xfrm>
            <a:off x="8792779" y="4315025"/>
            <a:ext cx="175000" cy="175000"/>
            <a:chOff x="8792300" y="321275"/>
            <a:chExt cx="175000" cy="175000"/>
          </a:xfrm>
        </p:grpSpPr>
        <p:sp>
          <p:nvSpPr>
            <p:cNvPr id="896" name="Google Shape;896;p18"/>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8"/>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8"/>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8"/>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0" name="Google Shape;900;p18"/>
          <p:cNvGrpSpPr/>
          <p:nvPr/>
        </p:nvGrpSpPr>
        <p:grpSpPr>
          <a:xfrm flipH="1">
            <a:off x="4972779" y="4657550"/>
            <a:ext cx="293111" cy="293388"/>
            <a:chOff x="3164039" y="430875"/>
            <a:chExt cx="293111" cy="293388"/>
          </a:xfrm>
        </p:grpSpPr>
        <p:sp>
          <p:nvSpPr>
            <p:cNvPr id="901" name="Google Shape;901;p18"/>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8"/>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8"/>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8"/>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8"/>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8"/>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7" name="Google Shape;907;p18"/>
          <p:cNvGrpSpPr/>
          <p:nvPr/>
        </p:nvGrpSpPr>
        <p:grpSpPr>
          <a:xfrm>
            <a:off x="8721804" y="4142425"/>
            <a:ext cx="175013" cy="27000"/>
            <a:chOff x="5662375" y="212375"/>
            <a:chExt cx="175013" cy="27000"/>
          </a:xfrm>
        </p:grpSpPr>
        <p:sp>
          <p:nvSpPr>
            <p:cNvPr id="908" name="Google Shape;908;p1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9">
    <p:spTree>
      <p:nvGrpSpPr>
        <p:cNvPr id="911" name="Shape 911"/>
        <p:cNvGrpSpPr/>
        <p:nvPr/>
      </p:nvGrpSpPr>
      <p:grpSpPr>
        <a:xfrm>
          <a:off x="0" y="0"/>
          <a:ext cx="0" cy="0"/>
          <a:chOff x="0" y="0"/>
          <a:chExt cx="0" cy="0"/>
        </a:xfrm>
      </p:grpSpPr>
      <p:sp>
        <p:nvSpPr>
          <p:cNvPr id="912" name="Google Shape;912;p19"/>
          <p:cNvSpPr txBox="1"/>
          <p:nvPr>
            <p:ph type="title"/>
          </p:nvPr>
        </p:nvSpPr>
        <p:spPr>
          <a:xfrm>
            <a:off x="2105425" y="384048"/>
            <a:ext cx="4937700" cy="10791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4800"/>
            </a:lvl1pPr>
            <a:lvl2pPr lvl="1">
              <a:spcBef>
                <a:spcPts val="0"/>
              </a:spcBef>
              <a:spcAft>
                <a:spcPts val="0"/>
              </a:spcAft>
              <a:buNone/>
              <a:defRPr sz="4800"/>
            </a:lvl2pPr>
            <a:lvl3pPr lvl="2">
              <a:spcBef>
                <a:spcPts val="0"/>
              </a:spcBef>
              <a:spcAft>
                <a:spcPts val="0"/>
              </a:spcAft>
              <a:buNone/>
              <a:defRPr sz="4800"/>
            </a:lvl3pPr>
            <a:lvl4pPr lvl="3">
              <a:spcBef>
                <a:spcPts val="0"/>
              </a:spcBef>
              <a:spcAft>
                <a:spcPts val="0"/>
              </a:spcAft>
              <a:buNone/>
              <a:defRPr sz="4800"/>
            </a:lvl4pPr>
            <a:lvl5pPr lvl="4">
              <a:spcBef>
                <a:spcPts val="0"/>
              </a:spcBef>
              <a:spcAft>
                <a:spcPts val="0"/>
              </a:spcAft>
              <a:buNone/>
              <a:defRPr sz="4800"/>
            </a:lvl5pPr>
            <a:lvl6pPr lvl="5">
              <a:spcBef>
                <a:spcPts val="0"/>
              </a:spcBef>
              <a:spcAft>
                <a:spcPts val="0"/>
              </a:spcAft>
              <a:buNone/>
              <a:defRPr sz="4800"/>
            </a:lvl6pPr>
            <a:lvl7pPr lvl="6">
              <a:spcBef>
                <a:spcPts val="0"/>
              </a:spcBef>
              <a:spcAft>
                <a:spcPts val="0"/>
              </a:spcAft>
              <a:buNone/>
              <a:defRPr sz="4800"/>
            </a:lvl7pPr>
            <a:lvl8pPr lvl="7">
              <a:spcBef>
                <a:spcPts val="0"/>
              </a:spcBef>
              <a:spcAft>
                <a:spcPts val="0"/>
              </a:spcAft>
              <a:buNone/>
              <a:defRPr sz="4800"/>
            </a:lvl8pPr>
            <a:lvl9pPr lvl="8">
              <a:spcBef>
                <a:spcPts val="0"/>
              </a:spcBef>
              <a:spcAft>
                <a:spcPts val="0"/>
              </a:spcAft>
              <a:buNone/>
              <a:defRPr sz="4800"/>
            </a:lvl9pPr>
          </a:lstStyle>
          <a:p/>
        </p:txBody>
      </p:sp>
      <p:sp>
        <p:nvSpPr>
          <p:cNvPr id="913" name="Google Shape;913;p19"/>
          <p:cNvSpPr txBox="1"/>
          <p:nvPr>
            <p:ph idx="1" type="subTitle"/>
          </p:nvPr>
        </p:nvSpPr>
        <p:spPr>
          <a:xfrm>
            <a:off x="3017520" y="1709928"/>
            <a:ext cx="3099900" cy="14355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None/>
              <a:defRPr sz="1600">
                <a:latin typeface="Barlow Semi Condensed"/>
                <a:ea typeface="Barlow Semi Condensed"/>
                <a:cs typeface="Barlow Semi Condensed"/>
                <a:sym typeface="Barlow Semi Condensed"/>
              </a:defRPr>
            </a:lvl1pPr>
            <a:lvl2pPr lvl="1">
              <a:spcBef>
                <a:spcPts val="0"/>
              </a:spcBef>
              <a:spcAft>
                <a:spcPts val="0"/>
              </a:spcAft>
              <a:buNone/>
              <a:defRPr>
                <a:latin typeface="Barlow Semi Condensed"/>
                <a:ea typeface="Barlow Semi Condensed"/>
                <a:cs typeface="Barlow Semi Condensed"/>
                <a:sym typeface="Barlow Semi Condensed"/>
              </a:defRPr>
            </a:lvl2pPr>
            <a:lvl3pPr lvl="2">
              <a:spcBef>
                <a:spcPts val="0"/>
              </a:spcBef>
              <a:spcAft>
                <a:spcPts val="0"/>
              </a:spcAft>
              <a:buNone/>
              <a:defRPr>
                <a:latin typeface="Barlow Semi Condensed"/>
                <a:ea typeface="Barlow Semi Condensed"/>
                <a:cs typeface="Barlow Semi Condensed"/>
                <a:sym typeface="Barlow Semi Condensed"/>
              </a:defRPr>
            </a:lvl3pPr>
            <a:lvl4pPr lvl="3">
              <a:spcBef>
                <a:spcPts val="0"/>
              </a:spcBef>
              <a:spcAft>
                <a:spcPts val="0"/>
              </a:spcAft>
              <a:buNone/>
              <a:defRPr>
                <a:latin typeface="Barlow Semi Condensed"/>
                <a:ea typeface="Barlow Semi Condensed"/>
                <a:cs typeface="Barlow Semi Condensed"/>
                <a:sym typeface="Barlow Semi Condensed"/>
              </a:defRPr>
            </a:lvl4pPr>
            <a:lvl5pPr lvl="4">
              <a:spcBef>
                <a:spcPts val="0"/>
              </a:spcBef>
              <a:spcAft>
                <a:spcPts val="0"/>
              </a:spcAft>
              <a:buNone/>
              <a:defRPr>
                <a:latin typeface="Barlow Semi Condensed"/>
                <a:ea typeface="Barlow Semi Condensed"/>
                <a:cs typeface="Barlow Semi Condensed"/>
                <a:sym typeface="Barlow Semi Condensed"/>
              </a:defRPr>
            </a:lvl5pPr>
            <a:lvl6pPr lvl="5">
              <a:spcBef>
                <a:spcPts val="0"/>
              </a:spcBef>
              <a:spcAft>
                <a:spcPts val="0"/>
              </a:spcAft>
              <a:buNone/>
              <a:defRPr>
                <a:latin typeface="Barlow Semi Condensed"/>
                <a:ea typeface="Barlow Semi Condensed"/>
                <a:cs typeface="Barlow Semi Condensed"/>
                <a:sym typeface="Barlow Semi Condensed"/>
              </a:defRPr>
            </a:lvl6pPr>
            <a:lvl7pPr lvl="6">
              <a:spcBef>
                <a:spcPts val="0"/>
              </a:spcBef>
              <a:spcAft>
                <a:spcPts val="0"/>
              </a:spcAft>
              <a:buNone/>
              <a:defRPr>
                <a:latin typeface="Barlow Semi Condensed"/>
                <a:ea typeface="Barlow Semi Condensed"/>
                <a:cs typeface="Barlow Semi Condensed"/>
                <a:sym typeface="Barlow Semi Condensed"/>
              </a:defRPr>
            </a:lvl7pPr>
            <a:lvl8pPr lvl="7">
              <a:spcBef>
                <a:spcPts val="0"/>
              </a:spcBef>
              <a:spcAft>
                <a:spcPts val="0"/>
              </a:spcAft>
              <a:buNone/>
              <a:defRPr>
                <a:latin typeface="Barlow Semi Condensed"/>
                <a:ea typeface="Barlow Semi Condensed"/>
                <a:cs typeface="Barlow Semi Condensed"/>
                <a:sym typeface="Barlow Semi Condensed"/>
              </a:defRPr>
            </a:lvl8pPr>
            <a:lvl9pPr lvl="8">
              <a:spcBef>
                <a:spcPts val="0"/>
              </a:spcBef>
              <a:spcAft>
                <a:spcPts val="0"/>
              </a:spcAft>
              <a:buNone/>
              <a:defRPr>
                <a:latin typeface="Barlow Semi Condensed"/>
                <a:ea typeface="Barlow Semi Condensed"/>
                <a:cs typeface="Barlow Semi Condensed"/>
                <a:sym typeface="Barlow Semi Condensed"/>
              </a:defRPr>
            </a:lvl9pPr>
          </a:lstStyle>
          <a:p/>
        </p:txBody>
      </p:sp>
      <p:sp>
        <p:nvSpPr>
          <p:cNvPr id="914" name="Google Shape;914;p19"/>
          <p:cNvSpPr txBox="1"/>
          <p:nvPr/>
        </p:nvSpPr>
        <p:spPr>
          <a:xfrm>
            <a:off x="2489375" y="3664200"/>
            <a:ext cx="4161600" cy="762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accent1"/>
                </a:solidFill>
                <a:latin typeface="Barlow Semi Condensed Medium"/>
                <a:ea typeface="Barlow Semi Condensed Medium"/>
                <a:cs typeface="Barlow Semi Condensed Medium"/>
                <a:sym typeface="Barlow Semi Condensed Medium"/>
              </a:rPr>
              <a:t>CREDITS:</a:t>
            </a:r>
            <a:r>
              <a:rPr lang="en" sz="1100">
                <a:solidFill>
                  <a:schemeClr val="dk2"/>
                </a:solidFill>
                <a:latin typeface="Barlow Semi Condensed"/>
                <a:ea typeface="Barlow Semi Condensed"/>
                <a:cs typeface="Barlow Semi Condensed"/>
                <a:sym typeface="Barlow Semi Condensed"/>
              </a:rPr>
              <a:t> This presentation template was created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2">
                  <a:extLst>
                    <a:ext uri="{A12FA001-AC4F-418D-AE19-62706E023703}">
                      <ahyp:hlinkClr val="tx"/>
                    </a:ext>
                  </a:extLst>
                </a:hlinkClick>
              </a:rPr>
              <a:t>Slidesgo</a:t>
            </a:r>
            <a:r>
              <a:rPr lang="en" sz="1100">
                <a:solidFill>
                  <a:schemeClr val="dk2"/>
                </a:solidFill>
                <a:latin typeface="Barlow Semi Condensed"/>
                <a:ea typeface="Barlow Semi Condensed"/>
                <a:cs typeface="Barlow Semi Condensed"/>
                <a:sym typeface="Barlow Semi Condensed"/>
              </a:rPr>
              <a:t>, including icons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3">
                  <a:extLst>
                    <a:ext uri="{A12FA001-AC4F-418D-AE19-62706E023703}">
                      <ahyp:hlinkClr val="tx"/>
                    </a:ext>
                  </a:extLst>
                </a:hlinkClick>
              </a:rPr>
              <a:t>Flaticon</a:t>
            </a:r>
            <a:r>
              <a:rPr lang="en" sz="1100">
                <a:solidFill>
                  <a:schemeClr val="dk2"/>
                </a:solidFill>
                <a:latin typeface="Barlow Semi Condensed"/>
                <a:ea typeface="Barlow Semi Condensed"/>
                <a:cs typeface="Barlow Semi Condensed"/>
                <a:sym typeface="Barlow Semi Condensed"/>
              </a:rPr>
              <a:t>, infographics &amp; images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4">
                  <a:extLst>
                    <a:ext uri="{A12FA001-AC4F-418D-AE19-62706E023703}">
                      <ahyp:hlinkClr val="tx"/>
                    </a:ext>
                  </a:extLst>
                </a:hlinkClick>
              </a:rPr>
              <a:t>Freepik</a:t>
            </a:r>
            <a:r>
              <a:rPr lang="en" sz="1100">
                <a:solidFill>
                  <a:schemeClr val="dk2"/>
                </a:solidFill>
                <a:latin typeface="Barlow Semi Condensed"/>
                <a:ea typeface="Barlow Semi Condensed"/>
                <a:cs typeface="Barlow Semi Condensed"/>
                <a:sym typeface="Barlow Semi Condensed"/>
              </a:rPr>
              <a:t> and illustrations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5">
                  <a:extLst>
                    <a:ext uri="{A12FA001-AC4F-418D-AE19-62706E023703}">
                      <ahyp:hlinkClr val="tx"/>
                    </a:ext>
                  </a:extLst>
                </a:hlinkClick>
              </a:rPr>
              <a:t>Stories</a:t>
            </a:r>
            <a:endParaRPr>
              <a:solidFill>
                <a:schemeClr val="dk2"/>
              </a:solidFill>
              <a:latin typeface="Barlow Semi Condensed Medium"/>
              <a:ea typeface="Barlow Semi Condensed Medium"/>
              <a:cs typeface="Barlow Semi Condensed Medium"/>
              <a:sym typeface="Barlow Semi Condensed Medium"/>
            </a:endParaRPr>
          </a:p>
          <a:p>
            <a:pPr indent="0" lvl="0" marL="0" rtl="0" algn="ctr">
              <a:spcBef>
                <a:spcPts val="0"/>
              </a:spcBef>
              <a:spcAft>
                <a:spcPts val="0"/>
              </a:spcAft>
              <a:buNone/>
            </a:pPr>
            <a:r>
              <a:t/>
            </a:r>
            <a:endParaRPr>
              <a:solidFill>
                <a:schemeClr val="dk2"/>
              </a:solidFill>
              <a:latin typeface="Barlow Semi Condensed"/>
              <a:ea typeface="Barlow Semi Condensed"/>
              <a:cs typeface="Barlow Semi Condensed"/>
              <a:sym typeface="Barlow Semi Condensed"/>
            </a:endParaRPr>
          </a:p>
        </p:txBody>
      </p:sp>
      <p:cxnSp>
        <p:nvCxnSpPr>
          <p:cNvPr id="915" name="Google Shape;915;p19"/>
          <p:cNvCxnSpPr/>
          <p:nvPr/>
        </p:nvCxnSpPr>
        <p:spPr>
          <a:xfrm rot="5400000">
            <a:off x="7269708" y="3324550"/>
            <a:ext cx="1133100" cy="306300"/>
          </a:xfrm>
          <a:prstGeom prst="straightConnector1">
            <a:avLst/>
          </a:prstGeom>
          <a:noFill/>
          <a:ln cap="flat" cmpd="sng" w="9525">
            <a:solidFill>
              <a:schemeClr val="dk2"/>
            </a:solidFill>
            <a:prstDash val="solid"/>
            <a:round/>
            <a:headEnd len="med" w="med" type="none"/>
            <a:tailEnd len="med" w="med" type="none"/>
          </a:ln>
        </p:spPr>
      </p:cxnSp>
      <p:cxnSp>
        <p:nvCxnSpPr>
          <p:cNvPr id="916" name="Google Shape;916;p19"/>
          <p:cNvCxnSpPr/>
          <p:nvPr/>
        </p:nvCxnSpPr>
        <p:spPr>
          <a:xfrm flipH="1" rot="-5400000">
            <a:off x="7181408" y="2082400"/>
            <a:ext cx="1342200" cy="315300"/>
          </a:xfrm>
          <a:prstGeom prst="straightConnector1">
            <a:avLst/>
          </a:prstGeom>
          <a:noFill/>
          <a:ln cap="flat" cmpd="sng" w="9525">
            <a:solidFill>
              <a:schemeClr val="dk2"/>
            </a:solidFill>
            <a:prstDash val="solid"/>
            <a:round/>
            <a:headEnd len="med" w="med" type="none"/>
            <a:tailEnd len="med" w="med" type="none"/>
          </a:ln>
        </p:spPr>
      </p:cxnSp>
      <p:cxnSp>
        <p:nvCxnSpPr>
          <p:cNvPr id="917" name="Google Shape;917;p19"/>
          <p:cNvCxnSpPr/>
          <p:nvPr/>
        </p:nvCxnSpPr>
        <p:spPr>
          <a:xfrm rot="5400000">
            <a:off x="7232433" y="736375"/>
            <a:ext cx="1332000" cy="392100"/>
          </a:xfrm>
          <a:prstGeom prst="straightConnector1">
            <a:avLst/>
          </a:prstGeom>
          <a:noFill/>
          <a:ln cap="flat" cmpd="sng" w="9525">
            <a:solidFill>
              <a:schemeClr val="dk2"/>
            </a:solidFill>
            <a:prstDash val="solid"/>
            <a:round/>
            <a:headEnd len="med" w="med" type="none"/>
            <a:tailEnd len="med" w="med" type="none"/>
          </a:ln>
        </p:spPr>
      </p:cxnSp>
      <p:cxnSp>
        <p:nvCxnSpPr>
          <p:cNvPr id="918" name="Google Shape;918;p19"/>
          <p:cNvCxnSpPr/>
          <p:nvPr/>
        </p:nvCxnSpPr>
        <p:spPr>
          <a:xfrm rot="5400000">
            <a:off x="8168433" y="-66600"/>
            <a:ext cx="273900" cy="407100"/>
          </a:xfrm>
          <a:prstGeom prst="straightConnector1">
            <a:avLst/>
          </a:prstGeom>
          <a:noFill/>
          <a:ln cap="flat" cmpd="sng" w="9525">
            <a:solidFill>
              <a:schemeClr val="dk2"/>
            </a:solidFill>
            <a:prstDash val="solid"/>
            <a:round/>
            <a:headEnd len="med" w="med" type="none"/>
            <a:tailEnd len="med" w="med" type="none"/>
          </a:ln>
        </p:spPr>
      </p:cxnSp>
      <p:grpSp>
        <p:nvGrpSpPr>
          <p:cNvPr id="919" name="Google Shape;919;p19"/>
          <p:cNvGrpSpPr/>
          <p:nvPr/>
        </p:nvGrpSpPr>
        <p:grpSpPr>
          <a:xfrm flipH="1" rot="5400000">
            <a:off x="7407333" y="1284925"/>
            <a:ext cx="581800" cy="582350"/>
            <a:chOff x="8064275" y="887850"/>
            <a:chExt cx="581800" cy="582350"/>
          </a:xfrm>
        </p:grpSpPr>
        <p:sp>
          <p:nvSpPr>
            <p:cNvPr id="920" name="Google Shape;920;p1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1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1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1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1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6" name="Google Shape;926;p19"/>
          <p:cNvGrpSpPr/>
          <p:nvPr/>
        </p:nvGrpSpPr>
        <p:grpSpPr>
          <a:xfrm flipH="1" rot="5400000">
            <a:off x="7869720" y="2754200"/>
            <a:ext cx="292025" cy="292575"/>
            <a:chOff x="7353050" y="316275"/>
            <a:chExt cx="292025" cy="292575"/>
          </a:xfrm>
        </p:grpSpPr>
        <p:sp>
          <p:nvSpPr>
            <p:cNvPr id="927" name="Google Shape;927;p1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1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1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1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1" name="Google Shape;931;p19"/>
          <p:cNvGrpSpPr/>
          <p:nvPr/>
        </p:nvGrpSpPr>
        <p:grpSpPr>
          <a:xfrm flipH="1" rot="5400000">
            <a:off x="8012458" y="178175"/>
            <a:ext cx="175000" cy="175000"/>
            <a:chOff x="8792300" y="321275"/>
            <a:chExt cx="175000" cy="175000"/>
          </a:xfrm>
        </p:grpSpPr>
        <p:sp>
          <p:nvSpPr>
            <p:cNvPr id="932" name="Google Shape;932;p19"/>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19"/>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19"/>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9"/>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6" name="Google Shape;936;p19"/>
          <p:cNvGrpSpPr/>
          <p:nvPr/>
        </p:nvGrpSpPr>
        <p:grpSpPr>
          <a:xfrm rot="5400000">
            <a:off x="7551683" y="3879926"/>
            <a:ext cx="293111" cy="293388"/>
            <a:chOff x="3164039" y="430875"/>
            <a:chExt cx="293111" cy="293388"/>
          </a:xfrm>
        </p:grpSpPr>
        <p:sp>
          <p:nvSpPr>
            <p:cNvPr id="937" name="Google Shape;937;p19"/>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19"/>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19"/>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19"/>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9"/>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9"/>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3" name="Google Shape;943;p19"/>
          <p:cNvGrpSpPr/>
          <p:nvPr/>
        </p:nvGrpSpPr>
        <p:grpSpPr>
          <a:xfrm flipH="1" rot="5400000">
            <a:off x="8259052" y="323144"/>
            <a:ext cx="175013" cy="27000"/>
            <a:chOff x="5662375" y="212375"/>
            <a:chExt cx="175013" cy="27000"/>
          </a:xfrm>
        </p:grpSpPr>
        <p:sp>
          <p:nvSpPr>
            <p:cNvPr id="944" name="Google Shape;944;p19"/>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9"/>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19"/>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47" name="Google Shape;947;p19"/>
          <p:cNvCxnSpPr/>
          <p:nvPr/>
        </p:nvCxnSpPr>
        <p:spPr>
          <a:xfrm flipH="1" rot="5400000">
            <a:off x="740850" y="2598325"/>
            <a:ext cx="1672500" cy="126000"/>
          </a:xfrm>
          <a:prstGeom prst="straightConnector1">
            <a:avLst/>
          </a:prstGeom>
          <a:noFill/>
          <a:ln cap="flat" cmpd="sng" w="9525">
            <a:solidFill>
              <a:schemeClr val="dk2"/>
            </a:solidFill>
            <a:prstDash val="solid"/>
            <a:round/>
            <a:headEnd len="med" w="med" type="none"/>
            <a:tailEnd len="med" w="med" type="none"/>
          </a:ln>
        </p:spPr>
      </p:cxnSp>
      <p:cxnSp>
        <p:nvCxnSpPr>
          <p:cNvPr id="948" name="Google Shape;948;p19"/>
          <p:cNvCxnSpPr/>
          <p:nvPr/>
        </p:nvCxnSpPr>
        <p:spPr>
          <a:xfrm rot="-5400000">
            <a:off x="847100" y="3554000"/>
            <a:ext cx="829500" cy="743400"/>
          </a:xfrm>
          <a:prstGeom prst="straightConnector1">
            <a:avLst/>
          </a:prstGeom>
          <a:noFill/>
          <a:ln cap="flat" cmpd="sng" w="9525">
            <a:solidFill>
              <a:schemeClr val="dk2"/>
            </a:solidFill>
            <a:prstDash val="solid"/>
            <a:round/>
            <a:headEnd len="med" w="med" type="none"/>
            <a:tailEnd len="med" w="med" type="none"/>
          </a:ln>
        </p:spPr>
      </p:cxnSp>
      <p:cxnSp>
        <p:nvCxnSpPr>
          <p:cNvPr id="949" name="Google Shape;949;p19"/>
          <p:cNvCxnSpPr/>
          <p:nvPr/>
        </p:nvCxnSpPr>
        <p:spPr>
          <a:xfrm flipH="1" rot="5400000">
            <a:off x="1105775" y="4151250"/>
            <a:ext cx="796500" cy="1188000"/>
          </a:xfrm>
          <a:prstGeom prst="straightConnector1">
            <a:avLst/>
          </a:prstGeom>
          <a:noFill/>
          <a:ln cap="flat" cmpd="sng" w="9525">
            <a:solidFill>
              <a:schemeClr val="dk2"/>
            </a:solidFill>
            <a:prstDash val="solid"/>
            <a:round/>
            <a:headEnd len="med" w="med" type="none"/>
            <a:tailEnd len="med" w="med" type="none"/>
          </a:ln>
        </p:spPr>
      </p:cxnSp>
      <p:grpSp>
        <p:nvGrpSpPr>
          <p:cNvPr id="950" name="Google Shape;950;p19"/>
          <p:cNvGrpSpPr/>
          <p:nvPr/>
        </p:nvGrpSpPr>
        <p:grpSpPr>
          <a:xfrm rot="5400000">
            <a:off x="621475" y="4062025"/>
            <a:ext cx="581800" cy="582350"/>
            <a:chOff x="8064275" y="887850"/>
            <a:chExt cx="581800" cy="582350"/>
          </a:xfrm>
        </p:grpSpPr>
        <p:sp>
          <p:nvSpPr>
            <p:cNvPr id="951" name="Google Shape;951;p1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7" name="Google Shape;957;p19"/>
          <p:cNvGrpSpPr/>
          <p:nvPr/>
        </p:nvGrpSpPr>
        <p:grpSpPr>
          <a:xfrm rot="5400000">
            <a:off x="1482825" y="3350800"/>
            <a:ext cx="292025" cy="292575"/>
            <a:chOff x="7353050" y="316275"/>
            <a:chExt cx="292025" cy="292575"/>
          </a:xfrm>
        </p:grpSpPr>
        <p:sp>
          <p:nvSpPr>
            <p:cNvPr id="958" name="Google Shape;958;p1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2" name="Google Shape;962;p19"/>
          <p:cNvGrpSpPr/>
          <p:nvPr/>
        </p:nvGrpSpPr>
        <p:grpSpPr>
          <a:xfrm rot="5400000">
            <a:off x="1595125" y="4790325"/>
            <a:ext cx="175000" cy="175000"/>
            <a:chOff x="8792300" y="321275"/>
            <a:chExt cx="175000" cy="175000"/>
          </a:xfrm>
        </p:grpSpPr>
        <p:sp>
          <p:nvSpPr>
            <p:cNvPr id="963" name="Google Shape;963;p19"/>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9"/>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9"/>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9"/>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7" name="Google Shape;967;p19"/>
          <p:cNvSpPr/>
          <p:nvPr/>
        </p:nvSpPr>
        <p:spPr>
          <a:xfrm rot="5400000">
            <a:off x="1377117" y="1688743"/>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9"/>
          <p:cNvSpPr/>
          <p:nvPr/>
        </p:nvSpPr>
        <p:spPr>
          <a:xfrm rot="5400000">
            <a:off x="1374876" y="1686211"/>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9"/>
          <p:cNvSpPr/>
          <p:nvPr/>
        </p:nvSpPr>
        <p:spPr>
          <a:xfrm rot="5400000">
            <a:off x="1413610" y="172523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19"/>
          <p:cNvSpPr/>
          <p:nvPr/>
        </p:nvSpPr>
        <p:spPr>
          <a:xfrm rot="5400000">
            <a:off x="1411362" y="1722714"/>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9"/>
          <p:cNvSpPr/>
          <p:nvPr/>
        </p:nvSpPr>
        <p:spPr>
          <a:xfrm rot="5400000">
            <a:off x="1453339" y="1764682"/>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9"/>
          <p:cNvSpPr/>
          <p:nvPr/>
        </p:nvSpPr>
        <p:spPr>
          <a:xfrm rot="5400000">
            <a:off x="1450946" y="1762579"/>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3" name="Google Shape;973;p19"/>
          <p:cNvGrpSpPr/>
          <p:nvPr/>
        </p:nvGrpSpPr>
        <p:grpSpPr>
          <a:xfrm rot="5400000">
            <a:off x="1701119" y="1515381"/>
            <a:ext cx="175013" cy="27000"/>
            <a:chOff x="5662375" y="212375"/>
            <a:chExt cx="175013" cy="27000"/>
          </a:xfrm>
        </p:grpSpPr>
        <p:sp>
          <p:nvSpPr>
            <p:cNvPr id="974" name="Google Shape;974;p19"/>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9"/>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19"/>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7" name="Google Shape;977;p19"/>
          <p:cNvGrpSpPr/>
          <p:nvPr/>
        </p:nvGrpSpPr>
        <p:grpSpPr>
          <a:xfrm rot="5400000">
            <a:off x="1819519" y="4562081"/>
            <a:ext cx="175013" cy="27000"/>
            <a:chOff x="5662375" y="212375"/>
            <a:chExt cx="175013" cy="27000"/>
          </a:xfrm>
        </p:grpSpPr>
        <p:sp>
          <p:nvSpPr>
            <p:cNvPr id="978" name="Google Shape;978;p19"/>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19"/>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19"/>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1" name="Google Shape;981;p19"/>
          <p:cNvGrpSpPr/>
          <p:nvPr/>
        </p:nvGrpSpPr>
        <p:grpSpPr>
          <a:xfrm rot="5400000">
            <a:off x="408594" y="4140781"/>
            <a:ext cx="175013" cy="27000"/>
            <a:chOff x="5662375" y="212375"/>
            <a:chExt cx="175013" cy="27000"/>
          </a:xfrm>
        </p:grpSpPr>
        <p:sp>
          <p:nvSpPr>
            <p:cNvPr id="982" name="Google Shape;982;p19"/>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19"/>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19"/>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ed numbers">
  <p:cSld name="CUSTOM_11">
    <p:spTree>
      <p:nvGrpSpPr>
        <p:cNvPr id="985" name="Shape 985"/>
        <p:cNvGrpSpPr/>
        <p:nvPr/>
      </p:nvGrpSpPr>
      <p:grpSpPr>
        <a:xfrm>
          <a:off x="0" y="0"/>
          <a:ext cx="0" cy="0"/>
          <a:chOff x="0" y="0"/>
          <a:chExt cx="0" cy="0"/>
        </a:xfrm>
      </p:grpSpPr>
      <p:sp>
        <p:nvSpPr>
          <p:cNvPr id="986" name="Google Shape;986;p20"/>
          <p:cNvSpPr txBox="1"/>
          <p:nvPr>
            <p:ph hasCustomPrompt="1" type="title"/>
          </p:nvPr>
        </p:nvSpPr>
        <p:spPr>
          <a:xfrm>
            <a:off x="2825496" y="704088"/>
            <a:ext cx="3483900" cy="5670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1"/>
              </a:buClr>
              <a:buSzPts val="3600"/>
              <a:buNone/>
              <a:defRPr sz="3600">
                <a:solidFill>
                  <a:schemeClr val="accent1"/>
                </a:solidFill>
              </a:defRPr>
            </a:lvl1pPr>
            <a:lvl2pPr lvl="1" rtl="0" algn="ctr">
              <a:spcBef>
                <a:spcPts val="0"/>
              </a:spcBef>
              <a:spcAft>
                <a:spcPts val="0"/>
              </a:spcAft>
              <a:buClr>
                <a:schemeClr val="accent1"/>
              </a:buClr>
              <a:buSzPts val="3600"/>
              <a:buNone/>
              <a:defRPr sz="3600">
                <a:solidFill>
                  <a:schemeClr val="accent1"/>
                </a:solidFill>
              </a:defRPr>
            </a:lvl2pPr>
            <a:lvl3pPr lvl="2" rtl="0" algn="ctr">
              <a:spcBef>
                <a:spcPts val="0"/>
              </a:spcBef>
              <a:spcAft>
                <a:spcPts val="0"/>
              </a:spcAft>
              <a:buClr>
                <a:schemeClr val="accent1"/>
              </a:buClr>
              <a:buSzPts val="3600"/>
              <a:buNone/>
              <a:defRPr sz="3600">
                <a:solidFill>
                  <a:schemeClr val="accent1"/>
                </a:solidFill>
              </a:defRPr>
            </a:lvl3pPr>
            <a:lvl4pPr lvl="3" rtl="0" algn="ctr">
              <a:spcBef>
                <a:spcPts val="0"/>
              </a:spcBef>
              <a:spcAft>
                <a:spcPts val="0"/>
              </a:spcAft>
              <a:buClr>
                <a:schemeClr val="accent1"/>
              </a:buClr>
              <a:buSzPts val="3600"/>
              <a:buNone/>
              <a:defRPr sz="3600">
                <a:solidFill>
                  <a:schemeClr val="accent1"/>
                </a:solidFill>
              </a:defRPr>
            </a:lvl4pPr>
            <a:lvl5pPr lvl="4" rtl="0" algn="ctr">
              <a:spcBef>
                <a:spcPts val="0"/>
              </a:spcBef>
              <a:spcAft>
                <a:spcPts val="0"/>
              </a:spcAft>
              <a:buClr>
                <a:schemeClr val="accent1"/>
              </a:buClr>
              <a:buSzPts val="3600"/>
              <a:buNone/>
              <a:defRPr sz="3600">
                <a:solidFill>
                  <a:schemeClr val="accent1"/>
                </a:solidFill>
              </a:defRPr>
            </a:lvl5pPr>
            <a:lvl6pPr lvl="5" rtl="0" algn="ctr">
              <a:spcBef>
                <a:spcPts val="0"/>
              </a:spcBef>
              <a:spcAft>
                <a:spcPts val="0"/>
              </a:spcAft>
              <a:buClr>
                <a:schemeClr val="accent1"/>
              </a:buClr>
              <a:buSzPts val="3600"/>
              <a:buNone/>
              <a:defRPr sz="3600">
                <a:solidFill>
                  <a:schemeClr val="accent1"/>
                </a:solidFill>
              </a:defRPr>
            </a:lvl6pPr>
            <a:lvl7pPr lvl="6" rtl="0" algn="ctr">
              <a:spcBef>
                <a:spcPts val="0"/>
              </a:spcBef>
              <a:spcAft>
                <a:spcPts val="0"/>
              </a:spcAft>
              <a:buClr>
                <a:schemeClr val="accent1"/>
              </a:buClr>
              <a:buSzPts val="3600"/>
              <a:buNone/>
              <a:defRPr sz="3600">
                <a:solidFill>
                  <a:schemeClr val="accent1"/>
                </a:solidFill>
              </a:defRPr>
            </a:lvl7pPr>
            <a:lvl8pPr lvl="7" rtl="0" algn="ctr">
              <a:spcBef>
                <a:spcPts val="0"/>
              </a:spcBef>
              <a:spcAft>
                <a:spcPts val="0"/>
              </a:spcAft>
              <a:buClr>
                <a:schemeClr val="accent1"/>
              </a:buClr>
              <a:buSzPts val="3600"/>
              <a:buNone/>
              <a:defRPr sz="3600">
                <a:solidFill>
                  <a:schemeClr val="accent1"/>
                </a:solidFill>
              </a:defRPr>
            </a:lvl8pPr>
            <a:lvl9pPr lvl="8" rtl="0" algn="ctr">
              <a:spcBef>
                <a:spcPts val="0"/>
              </a:spcBef>
              <a:spcAft>
                <a:spcPts val="0"/>
              </a:spcAft>
              <a:buClr>
                <a:schemeClr val="accent1"/>
              </a:buClr>
              <a:buSzPts val="3600"/>
              <a:buNone/>
              <a:defRPr sz="3600">
                <a:solidFill>
                  <a:schemeClr val="accent1"/>
                </a:solidFill>
              </a:defRPr>
            </a:lvl9pPr>
          </a:lstStyle>
          <a:p>
            <a:r>
              <a:t>xx%</a:t>
            </a:r>
          </a:p>
        </p:txBody>
      </p:sp>
      <p:sp>
        <p:nvSpPr>
          <p:cNvPr id="987" name="Google Shape;987;p20"/>
          <p:cNvSpPr txBox="1"/>
          <p:nvPr>
            <p:ph idx="1" type="subTitle"/>
          </p:nvPr>
        </p:nvSpPr>
        <p:spPr>
          <a:xfrm>
            <a:off x="2825496" y="1225296"/>
            <a:ext cx="3483900" cy="2742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sp>
        <p:nvSpPr>
          <p:cNvPr id="988" name="Google Shape;988;p20"/>
          <p:cNvSpPr txBox="1"/>
          <p:nvPr>
            <p:ph hasCustomPrompt="1" idx="2" type="title"/>
          </p:nvPr>
        </p:nvSpPr>
        <p:spPr>
          <a:xfrm>
            <a:off x="2825496" y="2185416"/>
            <a:ext cx="3483900" cy="5670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1"/>
              </a:buClr>
              <a:buSzPts val="3600"/>
              <a:buNone/>
              <a:defRPr sz="3600">
                <a:solidFill>
                  <a:schemeClr val="accent1"/>
                </a:solidFill>
              </a:defRPr>
            </a:lvl1pPr>
            <a:lvl2pPr lvl="1" rtl="0" algn="ctr">
              <a:spcBef>
                <a:spcPts val="0"/>
              </a:spcBef>
              <a:spcAft>
                <a:spcPts val="0"/>
              </a:spcAft>
              <a:buClr>
                <a:schemeClr val="accent1"/>
              </a:buClr>
              <a:buSzPts val="3600"/>
              <a:buNone/>
              <a:defRPr sz="3600">
                <a:solidFill>
                  <a:schemeClr val="accent1"/>
                </a:solidFill>
              </a:defRPr>
            </a:lvl2pPr>
            <a:lvl3pPr lvl="2" rtl="0" algn="ctr">
              <a:spcBef>
                <a:spcPts val="0"/>
              </a:spcBef>
              <a:spcAft>
                <a:spcPts val="0"/>
              </a:spcAft>
              <a:buClr>
                <a:schemeClr val="accent1"/>
              </a:buClr>
              <a:buSzPts val="3600"/>
              <a:buNone/>
              <a:defRPr sz="3600">
                <a:solidFill>
                  <a:schemeClr val="accent1"/>
                </a:solidFill>
              </a:defRPr>
            </a:lvl3pPr>
            <a:lvl4pPr lvl="3" rtl="0" algn="ctr">
              <a:spcBef>
                <a:spcPts val="0"/>
              </a:spcBef>
              <a:spcAft>
                <a:spcPts val="0"/>
              </a:spcAft>
              <a:buClr>
                <a:schemeClr val="accent1"/>
              </a:buClr>
              <a:buSzPts val="3600"/>
              <a:buNone/>
              <a:defRPr sz="3600">
                <a:solidFill>
                  <a:schemeClr val="accent1"/>
                </a:solidFill>
              </a:defRPr>
            </a:lvl4pPr>
            <a:lvl5pPr lvl="4" rtl="0" algn="ctr">
              <a:spcBef>
                <a:spcPts val="0"/>
              </a:spcBef>
              <a:spcAft>
                <a:spcPts val="0"/>
              </a:spcAft>
              <a:buClr>
                <a:schemeClr val="accent1"/>
              </a:buClr>
              <a:buSzPts val="3600"/>
              <a:buNone/>
              <a:defRPr sz="3600">
                <a:solidFill>
                  <a:schemeClr val="accent1"/>
                </a:solidFill>
              </a:defRPr>
            </a:lvl5pPr>
            <a:lvl6pPr lvl="5" rtl="0" algn="ctr">
              <a:spcBef>
                <a:spcPts val="0"/>
              </a:spcBef>
              <a:spcAft>
                <a:spcPts val="0"/>
              </a:spcAft>
              <a:buClr>
                <a:schemeClr val="accent1"/>
              </a:buClr>
              <a:buSzPts val="3600"/>
              <a:buNone/>
              <a:defRPr sz="3600">
                <a:solidFill>
                  <a:schemeClr val="accent1"/>
                </a:solidFill>
              </a:defRPr>
            </a:lvl6pPr>
            <a:lvl7pPr lvl="6" rtl="0" algn="ctr">
              <a:spcBef>
                <a:spcPts val="0"/>
              </a:spcBef>
              <a:spcAft>
                <a:spcPts val="0"/>
              </a:spcAft>
              <a:buClr>
                <a:schemeClr val="accent1"/>
              </a:buClr>
              <a:buSzPts val="3600"/>
              <a:buNone/>
              <a:defRPr sz="3600">
                <a:solidFill>
                  <a:schemeClr val="accent1"/>
                </a:solidFill>
              </a:defRPr>
            </a:lvl7pPr>
            <a:lvl8pPr lvl="7" rtl="0" algn="ctr">
              <a:spcBef>
                <a:spcPts val="0"/>
              </a:spcBef>
              <a:spcAft>
                <a:spcPts val="0"/>
              </a:spcAft>
              <a:buClr>
                <a:schemeClr val="accent1"/>
              </a:buClr>
              <a:buSzPts val="3600"/>
              <a:buNone/>
              <a:defRPr sz="3600">
                <a:solidFill>
                  <a:schemeClr val="accent1"/>
                </a:solidFill>
              </a:defRPr>
            </a:lvl8pPr>
            <a:lvl9pPr lvl="8" rtl="0" algn="ctr">
              <a:spcBef>
                <a:spcPts val="0"/>
              </a:spcBef>
              <a:spcAft>
                <a:spcPts val="0"/>
              </a:spcAft>
              <a:buClr>
                <a:schemeClr val="accent1"/>
              </a:buClr>
              <a:buSzPts val="3600"/>
              <a:buNone/>
              <a:defRPr sz="3600">
                <a:solidFill>
                  <a:schemeClr val="accent1"/>
                </a:solidFill>
              </a:defRPr>
            </a:lvl9pPr>
          </a:lstStyle>
          <a:p>
            <a:r>
              <a:t>xx%</a:t>
            </a:r>
          </a:p>
        </p:txBody>
      </p:sp>
      <p:sp>
        <p:nvSpPr>
          <p:cNvPr id="989" name="Google Shape;989;p20"/>
          <p:cNvSpPr txBox="1"/>
          <p:nvPr>
            <p:ph idx="3" type="subTitle"/>
          </p:nvPr>
        </p:nvSpPr>
        <p:spPr>
          <a:xfrm>
            <a:off x="2825496" y="2697480"/>
            <a:ext cx="3483900" cy="2742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sp>
        <p:nvSpPr>
          <p:cNvPr id="990" name="Google Shape;990;p20"/>
          <p:cNvSpPr txBox="1"/>
          <p:nvPr>
            <p:ph hasCustomPrompt="1" idx="4" type="title"/>
          </p:nvPr>
        </p:nvSpPr>
        <p:spPr>
          <a:xfrm>
            <a:off x="2825496" y="3648456"/>
            <a:ext cx="3483900" cy="5670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1"/>
              </a:buClr>
              <a:buSzPts val="3600"/>
              <a:buNone/>
              <a:defRPr sz="3600">
                <a:solidFill>
                  <a:schemeClr val="accent1"/>
                </a:solidFill>
              </a:defRPr>
            </a:lvl1pPr>
            <a:lvl2pPr lvl="1" rtl="0" algn="ctr">
              <a:spcBef>
                <a:spcPts val="0"/>
              </a:spcBef>
              <a:spcAft>
                <a:spcPts val="0"/>
              </a:spcAft>
              <a:buClr>
                <a:schemeClr val="accent1"/>
              </a:buClr>
              <a:buSzPts val="3600"/>
              <a:buNone/>
              <a:defRPr sz="3600">
                <a:solidFill>
                  <a:schemeClr val="accent1"/>
                </a:solidFill>
              </a:defRPr>
            </a:lvl2pPr>
            <a:lvl3pPr lvl="2" rtl="0" algn="ctr">
              <a:spcBef>
                <a:spcPts val="0"/>
              </a:spcBef>
              <a:spcAft>
                <a:spcPts val="0"/>
              </a:spcAft>
              <a:buClr>
                <a:schemeClr val="accent1"/>
              </a:buClr>
              <a:buSzPts val="3600"/>
              <a:buNone/>
              <a:defRPr sz="3600">
                <a:solidFill>
                  <a:schemeClr val="accent1"/>
                </a:solidFill>
              </a:defRPr>
            </a:lvl3pPr>
            <a:lvl4pPr lvl="3" rtl="0" algn="ctr">
              <a:spcBef>
                <a:spcPts val="0"/>
              </a:spcBef>
              <a:spcAft>
                <a:spcPts val="0"/>
              </a:spcAft>
              <a:buClr>
                <a:schemeClr val="accent1"/>
              </a:buClr>
              <a:buSzPts val="3600"/>
              <a:buNone/>
              <a:defRPr sz="3600">
                <a:solidFill>
                  <a:schemeClr val="accent1"/>
                </a:solidFill>
              </a:defRPr>
            </a:lvl4pPr>
            <a:lvl5pPr lvl="4" rtl="0" algn="ctr">
              <a:spcBef>
                <a:spcPts val="0"/>
              </a:spcBef>
              <a:spcAft>
                <a:spcPts val="0"/>
              </a:spcAft>
              <a:buClr>
                <a:schemeClr val="accent1"/>
              </a:buClr>
              <a:buSzPts val="3600"/>
              <a:buNone/>
              <a:defRPr sz="3600">
                <a:solidFill>
                  <a:schemeClr val="accent1"/>
                </a:solidFill>
              </a:defRPr>
            </a:lvl5pPr>
            <a:lvl6pPr lvl="5" rtl="0" algn="ctr">
              <a:spcBef>
                <a:spcPts val="0"/>
              </a:spcBef>
              <a:spcAft>
                <a:spcPts val="0"/>
              </a:spcAft>
              <a:buClr>
                <a:schemeClr val="accent1"/>
              </a:buClr>
              <a:buSzPts val="3600"/>
              <a:buNone/>
              <a:defRPr sz="3600">
                <a:solidFill>
                  <a:schemeClr val="accent1"/>
                </a:solidFill>
              </a:defRPr>
            </a:lvl6pPr>
            <a:lvl7pPr lvl="6" rtl="0" algn="ctr">
              <a:spcBef>
                <a:spcPts val="0"/>
              </a:spcBef>
              <a:spcAft>
                <a:spcPts val="0"/>
              </a:spcAft>
              <a:buClr>
                <a:schemeClr val="accent1"/>
              </a:buClr>
              <a:buSzPts val="3600"/>
              <a:buNone/>
              <a:defRPr sz="3600">
                <a:solidFill>
                  <a:schemeClr val="accent1"/>
                </a:solidFill>
              </a:defRPr>
            </a:lvl7pPr>
            <a:lvl8pPr lvl="7" rtl="0" algn="ctr">
              <a:spcBef>
                <a:spcPts val="0"/>
              </a:spcBef>
              <a:spcAft>
                <a:spcPts val="0"/>
              </a:spcAft>
              <a:buClr>
                <a:schemeClr val="accent1"/>
              </a:buClr>
              <a:buSzPts val="3600"/>
              <a:buNone/>
              <a:defRPr sz="3600">
                <a:solidFill>
                  <a:schemeClr val="accent1"/>
                </a:solidFill>
              </a:defRPr>
            </a:lvl8pPr>
            <a:lvl9pPr lvl="8" rtl="0" algn="ctr">
              <a:spcBef>
                <a:spcPts val="0"/>
              </a:spcBef>
              <a:spcAft>
                <a:spcPts val="0"/>
              </a:spcAft>
              <a:buClr>
                <a:schemeClr val="accent1"/>
              </a:buClr>
              <a:buSzPts val="3600"/>
              <a:buNone/>
              <a:defRPr sz="3600">
                <a:solidFill>
                  <a:schemeClr val="accent1"/>
                </a:solidFill>
              </a:defRPr>
            </a:lvl9pPr>
          </a:lstStyle>
          <a:p>
            <a:r>
              <a:t>xx%</a:t>
            </a:r>
          </a:p>
        </p:txBody>
      </p:sp>
      <p:sp>
        <p:nvSpPr>
          <p:cNvPr id="991" name="Google Shape;991;p20"/>
          <p:cNvSpPr txBox="1"/>
          <p:nvPr>
            <p:ph idx="5" type="subTitle"/>
          </p:nvPr>
        </p:nvSpPr>
        <p:spPr>
          <a:xfrm>
            <a:off x="2834640" y="4169664"/>
            <a:ext cx="3483900" cy="2742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cxnSp>
        <p:nvCxnSpPr>
          <p:cNvPr id="992" name="Google Shape;992;p20"/>
          <p:cNvCxnSpPr/>
          <p:nvPr/>
        </p:nvCxnSpPr>
        <p:spPr>
          <a:xfrm rot="5400000">
            <a:off x="7269708" y="3324550"/>
            <a:ext cx="1133100" cy="306300"/>
          </a:xfrm>
          <a:prstGeom prst="straightConnector1">
            <a:avLst/>
          </a:prstGeom>
          <a:noFill/>
          <a:ln cap="flat" cmpd="sng" w="9525">
            <a:solidFill>
              <a:schemeClr val="dk2"/>
            </a:solidFill>
            <a:prstDash val="solid"/>
            <a:round/>
            <a:headEnd len="med" w="med" type="none"/>
            <a:tailEnd len="med" w="med" type="none"/>
          </a:ln>
        </p:spPr>
      </p:cxnSp>
      <p:cxnSp>
        <p:nvCxnSpPr>
          <p:cNvPr id="993" name="Google Shape;993;p20"/>
          <p:cNvCxnSpPr/>
          <p:nvPr/>
        </p:nvCxnSpPr>
        <p:spPr>
          <a:xfrm flipH="1" rot="-5400000">
            <a:off x="7181408" y="2082400"/>
            <a:ext cx="1342200" cy="315300"/>
          </a:xfrm>
          <a:prstGeom prst="straightConnector1">
            <a:avLst/>
          </a:prstGeom>
          <a:noFill/>
          <a:ln cap="flat" cmpd="sng" w="9525">
            <a:solidFill>
              <a:schemeClr val="dk2"/>
            </a:solidFill>
            <a:prstDash val="solid"/>
            <a:round/>
            <a:headEnd len="med" w="med" type="none"/>
            <a:tailEnd len="med" w="med" type="none"/>
          </a:ln>
        </p:spPr>
      </p:cxnSp>
      <p:cxnSp>
        <p:nvCxnSpPr>
          <p:cNvPr id="994" name="Google Shape;994;p20"/>
          <p:cNvCxnSpPr/>
          <p:nvPr/>
        </p:nvCxnSpPr>
        <p:spPr>
          <a:xfrm rot="5400000">
            <a:off x="7232433" y="736375"/>
            <a:ext cx="1332000" cy="392100"/>
          </a:xfrm>
          <a:prstGeom prst="straightConnector1">
            <a:avLst/>
          </a:prstGeom>
          <a:noFill/>
          <a:ln cap="flat" cmpd="sng" w="9525">
            <a:solidFill>
              <a:schemeClr val="dk2"/>
            </a:solidFill>
            <a:prstDash val="solid"/>
            <a:round/>
            <a:headEnd len="med" w="med" type="none"/>
            <a:tailEnd len="med" w="med" type="none"/>
          </a:ln>
        </p:spPr>
      </p:cxnSp>
      <p:cxnSp>
        <p:nvCxnSpPr>
          <p:cNvPr id="995" name="Google Shape;995;p20"/>
          <p:cNvCxnSpPr/>
          <p:nvPr/>
        </p:nvCxnSpPr>
        <p:spPr>
          <a:xfrm rot="5400000">
            <a:off x="8168433" y="-66600"/>
            <a:ext cx="273900" cy="407100"/>
          </a:xfrm>
          <a:prstGeom prst="straightConnector1">
            <a:avLst/>
          </a:prstGeom>
          <a:noFill/>
          <a:ln cap="flat" cmpd="sng" w="9525">
            <a:solidFill>
              <a:schemeClr val="dk2"/>
            </a:solidFill>
            <a:prstDash val="solid"/>
            <a:round/>
            <a:headEnd len="med" w="med" type="none"/>
            <a:tailEnd len="med" w="med" type="none"/>
          </a:ln>
        </p:spPr>
      </p:cxnSp>
      <p:grpSp>
        <p:nvGrpSpPr>
          <p:cNvPr id="996" name="Google Shape;996;p20"/>
          <p:cNvGrpSpPr/>
          <p:nvPr/>
        </p:nvGrpSpPr>
        <p:grpSpPr>
          <a:xfrm flipH="1" rot="5400000">
            <a:off x="7407333" y="1284925"/>
            <a:ext cx="581800" cy="582350"/>
            <a:chOff x="8064275" y="887850"/>
            <a:chExt cx="581800" cy="582350"/>
          </a:xfrm>
        </p:grpSpPr>
        <p:sp>
          <p:nvSpPr>
            <p:cNvPr id="997" name="Google Shape;997;p2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3" name="Google Shape;1003;p20"/>
          <p:cNvGrpSpPr/>
          <p:nvPr/>
        </p:nvGrpSpPr>
        <p:grpSpPr>
          <a:xfrm flipH="1" rot="5400000">
            <a:off x="7869720" y="2754200"/>
            <a:ext cx="292025" cy="292575"/>
            <a:chOff x="7353050" y="316275"/>
            <a:chExt cx="292025" cy="292575"/>
          </a:xfrm>
        </p:grpSpPr>
        <p:sp>
          <p:nvSpPr>
            <p:cNvPr id="1004" name="Google Shape;1004;p2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8" name="Google Shape;1008;p20"/>
          <p:cNvGrpSpPr/>
          <p:nvPr/>
        </p:nvGrpSpPr>
        <p:grpSpPr>
          <a:xfrm flipH="1" rot="5400000">
            <a:off x="8012458" y="178175"/>
            <a:ext cx="175000" cy="175000"/>
            <a:chOff x="8792300" y="321275"/>
            <a:chExt cx="175000" cy="175000"/>
          </a:xfrm>
        </p:grpSpPr>
        <p:sp>
          <p:nvSpPr>
            <p:cNvPr id="1009" name="Google Shape;1009;p20"/>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0"/>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0"/>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0"/>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3" name="Google Shape;1013;p20"/>
          <p:cNvGrpSpPr/>
          <p:nvPr/>
        </p:nvGrpSpPr>
        <p:grpSpPr>
          <a:xfrm rot="5400000">
            <a:off x="7551683" y="3879926"/>
            <a:ext cx="293111" cy="293388"/>
            <a:chOff x="3164039" y="430875"/>
            <a:chExt cx="293111" cy="293388"/>
          </a:xfrm>
        </p:grpSpPr>
        <p:sp>
          <p:nvSpPr>
            <p:cNvPr id="1014" name="Google Shape;1014;p20"/>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0"/>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0"/>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0"/>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0"/>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0"/>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0" name="Google Shape;1020;p20"/>
          <p:cNvGrpSpPr/>
          <p:nvPr/>
        </p:nvGrpSpPr>
        <p:grpSpPr>
          <a:xfrm flipH="1" rot="5400000">
            <a:off x="8259052" y="323144"/>
            <a:ext cx="175013" cy="27000"/>
            <a:chOff x="5662375" y="212375"/>
            <a:chExt cx="175013" cy="27000"/>
          </a:xfrm>
        </p:grpSpPr>
        <p:sp>
          <p:nvSpPr>
            <p:cNvPr id="1021" name="Google Shape;1021;p20"/>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0"/>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0"/>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024" name="Google Shape;1024;p20"/>
          <p:cNvCxnSpPr/>
          <p:nvPr/>
        </p:nvCxnSpPr>
        <p:spPr>
          <a:xfrm flipH="1" rot="5400000">
            <a:off x="740850" y="2598325"/>
            <a:ext cx="1672500" cy="126000"/>
          </a:xfrm>
          <a:prstGeom prst="straightConnector1">
            <a:avLst/>
          </a:prstGeom>
          <a:noFill/>
          <a:ln cap="flat" cmpd="sng" w="9525">
            <a:solidFill>
              <a:schemeClr val="dk2"/>
            </a:solidFill>
            <a:prstDash val="solid"/>
            <a:round/>
            <a:headEnd len="med" w="med" type="none"/>
            <a:tailEnd len="med" w="med" type="none"/>
          </a:ln>
        </p:spPr>
      </p:cxnSp>
      <p:cxnSp>
        <p:nvCxnSpPr>
          <p:cNvPr id="1025" name="Google Shape;1025;p20"/>
          <p:cNvCxnSpPr/>
          <p:nvPr/>
        </p:nvCxnSpPr>
        <p:spPr>
          <a:xfrm rot="-5400000">
            <a:off x="847100" y="3554000"/>
            <a:ext cx="829500" cy="743400"/>
          </a:xfrm>
          <a:prstGeom prst="straightConnector1">
            <a:avLst/>
          </a:prstGeom>
          <a:noFill/>
          <a:ln cap="flat" cmpd="sng" w="9525">
            <a:solidFill>
              <a:schemeClr val="dk2"/>
            </a:solidFill>
            <a:prstDash val="solid"/>
            <a:round/>
            <a:headEnd len="med" w="med" type="none"/>
            <a:tailEnd len="med" w="med" type="none"/>
          </a:ln>
        </p:spPr>
      </p:cxnSp>
      <p:cxnSp>
        <p:nvCxnSpPr>
          <p:cNvPr id="1026" name="Google Shape;1026;p20"/>
          <p:cNvCxnSpPr/>
          <p:nvPr/>
        </p:nvCxnSpPr>
        <p:spPr>
          <a:xfrm flipH="1" rot="5400000">
            <a:off x="1105775" y="4151250"/>
            <a:ext cx="796500" cy="1188000"/>
          </a:xfrm>
          <a:prstGeom prst="straightConnector1">
            <a:avLst/>
          </a:prstGeom>
          <a:noFill/>
          <a:ln cap="flat" cmpd="sng" w="9525">
            <a:solidFill>
              <a:schemeClr val="dk2"/>
            </a:solidFill>
            <a:prstDash val="solid"/>
            <a:round/>
            <a:headEnd len="med" w="med" type="none"/>
            <a:tailEnd len="med" w="med" type="none"/>
          </a:ln>
        </p:spPr>
      </p:cxnSp>
      <p:grpSp>
        <p:nvGrpSpPr>
          <p:cNvPr id="1027" name="Google Shape;1027;p20"/>
          <p:cNvGrpSpPr/>
          <p:nvPr/>
        </p:nvGrpSpPr>
        <p:grpSpPr>
          <a:xfrm rot="5400000">
            <a:off x="621475" y="4062025"/>
            <a:ext cx="581800" cy="582350"/>
            <a:chOff x="8064275" y="887850"/>
            <a:chExt cx="581800" cy="582350"/>
          </a:xfrm>
        </p:grpSpPr>
        <p:sp>
          <p:nvSpPr>
            <p:cNvPr id="1028" name="Google Shape;1028;p2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4" name="Google Shape;1034;p20"/>
          <p:cNvGrpSpPr/>
          <p:nvPr/>
        </p:nvGrpSpPr>
        <p:grpSpPr>
          <a:xfrm rot="5400000">
            <a:off x="1482825" y="3350800"/>
            <a:ext cx="292025" cy="292575"/>
            <a:chOff x="7353050" y="316275"/>
            <a:chExt cx="292025" cy="292575"/>
          </a:xfrm>
        </p:grpSpPr>
        <p:sp>
          <p:nvSpPr>
            <p:cNvPr id="1035" name="Google Shape;1035;p2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9" name="Google Shape;1039;p20"/>
          <p:cNvGrpSpPr/>
          <p:nvPr/>
        </p:nvGrpSpPr>
        <p:grpSpPr>
          <a:xfrm rot="5400000">
            <a:off x="1595125" y="4790325"/>
            <a:ext cx="175000" cy="175000"/>
            <a:chOff x="8792300" y="321275"/>
            <a:chExt cx="175000" cy="175000"/>
          </a:xfrm>
        </p:grpSpPr>
        <p:sp>
          <p:nvSpPr>
            <p:cNvPr id="1040" name="Google Shape;1040;p20"/>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0"/>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0"/>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0"/>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4" name="Google Shape;1044;p20"/>
          <p:cNvSpPr/>
          <p:nvPr/>
        </p:nvSpPr>
        <p:spPr>
          <a:xfrm rot="5400000">
            <a:off x="1377117" y="1688743"/>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0"/>
          <p:cNvSpPr/>
          <p:nvPr/>
        </p:nvSpPr>
        <p:spPr>
          <a:xfrm rot="5400000">
            <a:off x="1374876" y="1686211"/>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0"/>
          <p:cNvSpPr/>
          <p:nvPr/>
        </p:nvSpPr>
        <p:spPr>
          <a:xfrm rot="5400000">
            <a:off x="1413610" y="172523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0"/>
          <p:cNvSpPr/>
          <p:nvPr/>
        </p:nvSpPr>
        <p:spPr>
          <a:xfrm rot="5400000">
            <a:off x="1411362" y="1722714"/>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20"/>
          <p:cNvSpPr/>
          <p:nvPr/>
        </p:nvSpPr>
        <p:spPr>
          <a:xfrm rot="5400000">
            <a:off x="1453339" y="1764682"/>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20"/>
          <p:cNvSpPr/>
          <p:nvPr/>
        </p:nvSpPr>
        <p:spPr>
          <a:xfrm rot="5400000">
            <a:off x="1450946" y="1762579"/>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0" name="Google Shape;1050;p20"/>
          <p:cNvGrpSpPr/>
          <p:nvPr/>
        </p:nvGrpSpPr>
        <p:grpSpPr>
          <a:xfrm rot="5400000">
            <a:off x="1701119" y="1515381"/>
            <a:ext cx="175013" cy="27000"/>
            <a:chOff x="5662375" y="212375"/>
            <a:chExt cx="175013" cy="27000"/>
          </a:xfrm>
        </p:grpSpPr>
        <p:sp>
          <p:nvSpPr>
            <p:cNvPr id="1051" name="Google Shape;1051;p20"/>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0"/>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0"/>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4" name="Google Shape;1054;p20"/>
          <p:cNvGrpSpPr/>
          <p:nvPr/>
        </p:nvGrpSpPr>
        <p:grpSpPr>
          <a:xfrm rot="5400000">
            <a:off x="1819519" y="4562081"/>
            <a:ext cx="175013" cy="27000"/>
            <a:chOff x="5662375" y="212375"/>
            <a:chExt cx="175013" cy="27000"/>
          </a:xfrm>
        </p:grpSpPr>
        <p:sp>
          <p:nvSpPr>
            <p:cNvPr id="1055" name="Google Shape;1055;p20"/>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0"/>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0"/>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8" name="Google Shape;1058;p20"/>
          <p:cNvGrpSpPr/>
          <p:nvPr/>
        </p:nvGrpSpPr>
        <p:grpSpPr>
          <a:xfrm rot="5400000">
            <a:off x="408594" y="4140781"/>
            <a:ext cx="175013" cy="27000"/>
            <a:chOff x="5662375" y="212375"/>
            <a:chExt cx="175013" cy="27000"/>
          </a:xfrm>
        </p:grpSpPr>
        <p:sp>
          <p:nvSpPr>
            <p:cNvPr id="1059" name="Google Shape;1059;p20"/>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0"/>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0"/>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of text 3">
  <p:cSld name="CUSTOM_13">
    <p:spTree>
      <p:nvGrpSpPr>
        <p:cNvPr id="1062" name="Shape 1062"/>
        <p:cNvGrpSpPr/>
        <p:nvPr/>
      </p:nvGrpSpPr>
      <p:grpSpPr>
        <a:xfrm>
          <a:off x="0" y="0"/>
          <a:ext cx="0" cy="0"/>
          <a:chOff x="0" y="0"/>
          <a:chExt cx="0" cy="0"/>
        </a:xfrm>
      </p:grpSpPr>
      <p:sp>
        <p:nvSpPr>
          <p:cNvPr id="1063" name="Google Shape;1063;p21"/>
          <p:cNvSpPr txBox="1"/>
          <p:nvPr>
            <p:ph type="title"/>
          </p:nvPr>
        </p:nvSpPr>
        <p:spPr>
          <a:xfrm>
            <a:off x="2962656" y="338328"/>
            <a:ext cx="3218700" cy="5727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grpSp>
        <p:nvGrpSpPr>
          <p:cNvPr id="1064" name="Google Shape;1064;p21"/>
          <p:cNvGrpSpPr/>
          <p:nvPr/>
        </p:nvGrpSpPr>
        <p:grpSpPr>
          <a:xfrm>
            <a:off x="261711" y="-1158"/>
            <a:ext cx="8550326" cy="3981600"/>
            <a:chOff x="261711" y="-1158"/>
            <a:chExt cx="8550326" cy="3981600"/>
          </a:xfrm>
        </p:grpSpPr>
        <p:cxnSp>
          <p:nvCxnSpPr>
            <p:cNvPr id="1065" name="Google Shape;1065;p21"/>
            <p:cNvCxnSpPr/>
            <p:nvPr/>
          </p:nvCxnSpPr>
          <p:spPr>
            <a:xfrm>
              <a:off x="515925" y="-1158"/>
              <a:ext cx="0" cy="3981600"/>
            </a:xfrm>
            <a:prstGeom prst="straightConnector1">
              <a:avLst/>
            </a:prstGeom>
            <a:noFill/>
            <a:ln cap="flat" cmpd="sng" w="9525">
              <a:solidFill>
                <a:schemeClr val="dk2"/>
              </a:solidFill>
              <a:prstDash val="solid"/>
              <a:round/>
              <a:headEnd len="med" w="med" type="none"/>
              <a:tailEnd len="med" w="med" type="none"/>
            </a:ln>
          </p:spPr>
        </p:cxnSp>
        <p:cxnSp>
          <p:nvCxnSpPr>
            <p:cNvPr id="1066" name="Google Shape;1066;p21"/>
            <p:cNvCxnSpPr/>
            <p:nvPr/>
          </p:nvCxnSpPr>
          <p:spPr>
            <a:xfrm>
              <a:off x="8666025" y="-1158"/>
              <a:ext cx="0" cy="1902000"/>
            </a:xfrm>
            <a:prstGeom prst="straightConnector1">
              <a:avLst/>
            </a:prstGeom>
            <a:noFill/>
            <a:ln cap="flat" cmpd="sng" w="9525">
              <a:solidFill>
                <a:schemeClr val="dk2"/>
              </a:solidFill>
              <a:prstDash val="solid"/>
              <a:round/>
              <a:headEnd len="med" w="med" type="none"/>
              <a:tailEnd len="med" w="med" type="none"/>
            </a:ln>
          </p:spPr>
        </p:cxnSp>
        <p:grpSp>
          <p:nvGrpSpPr>
            <p:cNvPr id="1067" name="Google Shape;1067;p21"/>
            <p:cNvGrpSpPr/>
            <p:nvPr/>
          </p:nvGrpSpPr>
          <p:grpSpPr>
            <a:xfrm rot="10800000">
              <a:off x="343275" y="3300779"/>
              <a:ext cx="344736" cy="345385"/>
              <a:chOff x="7353050" y="316275"/>
              <a:chExt cx="292025" cy="292575"/>
            </a:xfrm>
          </p:grpSpPr>
          <p:sp>
            <p:nvSpPr>
              <p:cNvPr id="1068" name="Google Shape;1068;p2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2" name="Google Shape;1072;p21"/>
            <p:cNvGrpSpPr/>
            <p:nvPr/>
          </p:nvGrpSpPr>
          <p:grpSpPr>
            <a:xfrm rot="10800000">
              <a:off x="8520013" y="714742"/>
              <a:ext cx="292025" cy="292575"/>
              <a:chOff x="7353050" y="316275"/>
              <a:chExt cx="292025" cy="292575"/>
            </a:xfrm>
          </p:grpSpPr>
          <p:sp>
            <p:nvSpPr>
              <p:cNvPr id="1073" name="Google Shape;1073;p2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7" name="Google Shape;1077;p21"/>
            <p:cNvGrpSpPr/>
            <p:nvPr/>
          </p:nvGrpSpPr>
          <p:grpSpPr>
            <a:xfrm rot="10800000">
              <a:off x="261711" y="465077"/>
              <a:ext cx="507562" cy="507984"/>
              <a:chOff x="8064275" y="887850"/>
              <a:chExt cx="581800" cy="582350"/>
            </a:xfrm>
          </p:grpSpPr>
          <p:sp>
            <p:nvSpPr>
              <p:cNvPr id="1078" name="Google Shape;1078;p2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84" name="Google Shape;1084;p21"/>
          <p:cNvSpPr txBox="1"/>
          <p:nvPr>
            <p:ph idx="1" type="subTitle"/>
          </p:nvPr>
        </p:nvSpPr>
        <p:spPr>
          <a:xfrm>
            <a:off x="1408175" y="1035279"/>
            <a:ext cx="2184000" cy="457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085" name="Google Shape;1085;p21"/>
          <p:cNvSpPr txBox="1"/>
          <p:nvPr>
            <p:ph idx="2" type="subTitle"/>
          </p:nvPr>
        </p:nvSpPr>
        <p:spPr>
          <a:xfrm>
            <a:off x="1408175" y="1336956"/>
            <a:ext cx="2184000" cy="610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1086" name="Google Shape;1086;p21"/>
          <p:cNvSpPr txBox="1"/>
          <p:nvPr>
            <p:ph idx="3" type="subTitle"/>
          </p:nvPr>
        </p:nvSpPr>
        <p:spPr>
          <a:xfrm>
            <a:off x="1408175" y="2309476"/>
            <a:ext cx="2184000" cy="4572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087" name="Google Shape;1087;p21"/>
          <p:cNvSpPr txBox="1"/>
          <p:nvPr>
            <p:ph idx="4" type="subTitle"/>
          </p:nvPr>
        </p:nvSpPr>
        <p:spPr>
          <a:xfrm>
            <a:off x="1408175" y="2609979"/>
            <a:ext cx="2184000" cy="610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1088" name="Google Shape;1088;p21"/>
          <p:cNvSpPr txBox="1"/>
          <p:nvPr>
            <p:ph idx="5" type="subTitle"/>
          </p:nvPr>
        </p:nvSpPr>
        <p:spPr>
          <a:xfrm>
            <a:off x="1408175" y="3587645"/>
            <a:ext cx="2184000" cy="457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089" name="Google Shape;1089;p21"/>
          <p:cNvSpPr txBox="1"/>
          <p:nvPr>
            <p:ph idx="6" type="subTitle"/>
          </p:nvPr>
        </p:nvSpPr>
        <p:spPr>
          <a:xfrm>
            <a:off x="1408175" y="3889317"/>
            <a:ext cx="2184000" cy="610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of text 4">
  <p:cSld name="CUSTOM_14">
    <p:spTree>
      <p:nvGrpSpPr>
        <p:cNvPr id="1090" name="Shape 1090"/>
        <p:cNvGrpSpPr/>
        <p:nvPr/>
      </p:nvGrpSpPr>
      <p:grpSpPr>
        <a:xfrm>
          <a:off x="0" y="0"/>
          <a:ext cx="0" cy="0"/>
          <a:chOff x="0" y="0"/>
          <a:chExt cx="0" cy="0"/>
        </a:xfrm>
      </p:grpSpPr>
      <p:cxnSp>
        <p:nvCxnSpPr>
          <p:cNvPr id="1091" name="Google Shape;1091;p22"/>
          <p:cNvCxnSpPr/>
          <p:nvPr/>
        </p:nvCxnSpPr>
        <p:spPr>
          <a:xfrm>
            <a:off x="590450" y="4340600"/>
            <a:ext cx="670200" cy="423000"/>
          </a:xfrm>
          <a:prstGeom prst="straightConnector1">
            <a:avLst/>
          </a:prstGeom>
          <a:noFill/>
          <a:ln cap="flat" cmpd="sng" w="9525">
            <a:solidFill>
              <a:schemeClr val="dk2"/>
            </a:solidFill>
            <a:prstDash val="solid"/>
            <a:round/>
            <a:headEnd len="med" w="med" type="none"/>
            <a:tailEnd len="med" w="med" type="none"/>
          </a:ln>
        </p:spPr>
      </p:cxnSp>
      <p:sp>
        <p:nvSpPr>
          <p:cNvPr id="1092" name="Google Shape;1092;p22"/>
          <p:cNvSpPr txBox="1"/>
          <p:nvPr>
            <p:ph type="title"/>
          </p:nvPr>
        </p:nvSpPr>
        <p:spPr>
          <a:xfrm>
            <a:off x="2208175" y="342775"/>
            <a:ext cx="4727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1093" name="Google Shape;1093;p22"/>
          <p:cNvCxnSpPr/>
          <p:nvPr/>
        </p:nvCxnSpPr>
        <p:spPr>
          <a:xfrm flipH="1" rot="10800000">
            <a:off x="0" y="4332550"/>
            <a:ext cx="590700" cy="663900"/>
          </a:xfrm>
          <a:prstGeom prst="straightConnector1">
            <a:avLst/>
          </a:prstGeom>
          <a:noFill/>
          <a:ln cap="flat" cmpd="sng" w="9525">
            <a:solidFill>
              <a:schemeClr val="dk2"/>
            </a:solidFill>
            <a:prstDash val="solid"/>
            <a:round/>
            <a:headEnd len="med" w="med" type="none"/>
            <a:tailEnd len="med" w="med" type="none"/>
          </a:ln>
        </p:spPr>
      </p:cxnSp>
      <p:grpSp>
        <p:nvGrpSpPr>
          <p:cNvPr id="1094" name="Google Shape;1094;p22"/>
          <p:cNvGrpSpPr/>
          <p:nvPr/>
        </p:nvGrpSpPr>
        <p:grpSpPr>
          <a:xfrm flipH="1">
            <a:off x="431725" y="4183775"/>
            <a:ext cx="292025" cy="292575"/>
            <a:chOff x="7353050" y="316275"/>
            <a:chExt cx="292025" cy="292575"/>
          </a:xfrm>
        </p:grpSpPr>
        <p:sp>
          <p:nvSpPr>
            <p:cNvPr id="1095" name="Google Shape;1095;p2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2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9" name="Google Shape;1099;p22"/>
          <p:cNvGrpSpPr/>
          <p:nvPr/>
        </p:nvGrpSpPr>
        <p:grpSpPr>
          <a:xfrm>
            <a:off x="1075789" y="4604675"/>
            <a:ext cx="293111" cy="293388"/>
            <a:chOff x="3164039" y="430875"/>
            <a:chExt cx="293111" cy="293388"/>
          </a:xfrm>
        </p:grpSpPr>
        <p:sp>
          <p:nvSpPr>
            <p:cNvPr id="1100" name="Google Shape;1100;p22"/>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2"/>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2"/>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2"/>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2"/>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2"/>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106" name="Google Shape;1106;p22"/>
          <p:cNvCxnSpPr/>
          <p:nvPr/>
        </p:nvCxnSpPr>
        <p:spPr>
          <a:xfrm rot="10800000">
            <a:off x="7196975" y="295100"/>
            <a:ext cx="1157100" cy="542700"/>
          </a:xfrm>
          <a:prstGeom prst="straightConnector1">
            <a:avLst/>
          </a:prstGeom>
          <a:noFill/>
          <a:ln cap="flat" cmpd="sng" w="9525">
            <a:solidFill>
              <a:schemeClr val="dk2"/>
            </a:solidFill>
            <a:prstDash val="solid"/>
            <a:round/>
            <a:headEnd len="med" w="med" type="none"/>
            <a:tailEnd len="med" w="med" type="none"/>
          </a:ln>
        </p:spPr>
      </p:cxnSp>
      <p:cxnSp>
        <p:nvCxnSpPr>
          <p:cNvPr id="1107" name="Google Shape;1107;p22"/>
          <p:cNvCxnSpPr/>
          <p:nvPr/>
        </p:nvCxnSpPr>
        <p:spPr>
          <a:xfrm flipH="1">
            <a:off x="8354075" y="-6625"/>
            <a:ext cx="791400" cy="836400"/>
          </a:xfrm>
          <a:prstGeom prst="straightConnector1">
            <a:avLst/>
          </a:prstGeom>
          <a:noFill/>
          <a:ln cap="flat" cmpd="sng" w="9525">
            <a:solidFill>
              <a:schemeClr val="dk2"/>
            </a:solidFill>
            <a:prstDash val="solid"/>
            <a:round/>
            <a:headEnd len="med" w="med" type="none"/>
            <a:tailEnd len="med" w="med" type="none"/>
          </a:ln>
        </p:spPr>
      </p:cxnSp>
      <p:grpSp>
        <p:nvGrpSpPr>
          <p:cNvPr id="1108" name="Google Shape;1108;p22"/>
          <p:cNvGrpSpPr/>
          <p:nvPr/>
        </p:nvGrpSpPr>
        <p:grpSpPr>
          <a:xfrm>
            <a:off x="8064275" y="526925"/>
            <a:ext cx="581800" cy="582350"/>
            <a:chOff x="8064275" y="887850"/>
            <a:chExt cx="581800" cy="582350"/>
          </a:xfrm>
        </p:grpSpPr>
        <p:sp>
          <p:nvSpPr>
            <p:cNvPr id="1109" name="Google Shape;1109;p2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5" name="Google Shape;1115;p22"/>
          <p:cNvGrpSpPr/>
          <p:nvPr/>
        </p:nvGrpSpPr>
        <p:grpSpPr>
          <a:xfrm>
            <a:off x="7033875" y="170875"/>
            <a:ext cx="292025" cy="292575"/>
            <a:chOff x="7353050" y="316275"/>
            <a:chExt cx="292025" cy="292575"/>
          </a:xfrm>
        </p:grpSpPr>
        <p:sp>
          <p:nvSpPr>
            <p:cNvPr id="1116" name="Google Shape;1116;p2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2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2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0" name="Google Shape;1120;p22"/>
          <p:cNvGrpSpPr/>
          <p:nvPr/>
        </p:nvGrpSpPr>
        <p:grpSpPr>
          <a:xfrm>
            <a:off x="8757950" y="229650"/>
            <a:ext cx="175000" cy="175000"/>
            <a:chOff x="8792300" y="321275"/>
            <a:chExt cx="175000" cy="175000"/>
          </a:xfrm>
        </p:grpSpPr>
        <p:sp>
          <p:nvSpPr>
            <p:cNvPr id="1121" name="Google Shape;1121;p22"/>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2"/>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2"/>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2"/>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5" name="Google Shape;1125;p22"/>
          <p:cNvGrpSpPr/>
          <p:nvPr/>
        </p:nvGrpSpPr>
        <p:grpSpPr>
          <a:xfrm>
            <a:off x="8490050" y="170875"/>
            <a:ext cx="175013" cy="27000"/>
            <a:chOff x="5662375" y="212375"/>
            <a:chExt cx="175013" cy="27000"/>
          </a:xfrm>
        </p:grpSpPr>
        <p:sp>
          <p:nvSpPr>
            <p:cNvPr id="1126" name="Google Shape;1126;p22"/>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2"/>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2"/>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9" name="Google Shape;1129;p22"/>
          <p:cNvGrpSpPr/>
          <p:nvPr/>
        </p:nvGrpSpPr>
        <p:grpSpPr>
          <a:xfrm>
            <a:off x="7916350" y="1124600"/>
            <a:ext cx="175013" cy="27000"/>
            <a:chOff x="5662375" y="212375"/>
            <a:chExt cx="175013" cy="27000"/>
          </a:xfrm>
        </p:grpSpPr>
        <p:sp>
          <p:nvSpPr>
            <p:cNvPr id="1130" name="Google Shape;1130;p22"/>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22"/>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2"/>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3" name="Google Shape;1133;p22"/>
          <p:cNvSpPr txBox="1"/>
          <p:nvPr>
            <p:ph idx="1" type="subTitle"/>
          </p:nvPr>
        </p:nvSpPr>
        <p:spPr>
          <a:xfrm>
            <a:off x="5641848" y="2743200"/>
            <a:ext cx="1865400" cy="4023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134" name="Google Shape;1134;p22"/>
          <p:cNvSpPr txBox="1"/>
          <p:nvPr>
            <p:ph idx="2" type="subTitle"/>
          </p:nvPr>
        </p:nvSpPr>
        <p:spPr>
          <a:xfrm>
            <a:off x="3639312" y="1636776"/>
            <a:ext cx="1865400" cy="4023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135" name="Google Shape;1135;p22"/>
          <p:cNvSpPr txBox="1"/>
          <p:nvPr>
            <p:ph idx="3" type="subTitle"/>
          </p:nvPr>
        </p:nvSpPr>
        <p:spPr>
          <a:xfrm>
            <a:off x="1636776" y="2249424"/>
            <a:ext cx="1865400" cy="4023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136" name="Google Shape;1136;p22"/>
          <p:cNvSpPr txBox="1"/>
          <p:nvPr>
            <p:ph idx="4" type="subTitle"/>
          </p:nvPr>
        </p:nvSpPr>
        <p:spPr>
          <a:xfrm>
            <a:off x="5641848" y="3081528"/>
            <a:ext cx="1865400" cy="61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1137" name="Google Shape;1137;p22"/>
          <p:cNvSpPr txBox="1"/>
          <p:nvPr>
            <p:ph idx="5" type="subTitle"/>
          </p:nvPr>
        </p:nvSpPr>
        <p:spPr>
          <a:xfrm>
            <a:off x="3639312" y="1975104"/>
            <a:ext cx="1865400" cy="61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1138" name="Google Shape;1138;p22"/>
          <p:cNvSpPr txBox="1"/>
          <p:nvPr>
            <p:ph idx="6" type="subTitle"/>
          </p:nvPr>
        </p:nvSpPr>
        <p:spPr>
          <a:xfrm>
            <a:off x="1636776" y="2596896"/>
            <a:ext cx="1865400" cy="61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1">
    <p:spTree>
      <p:nvGrpSpPr>
        <p:cNvPr id="1139" name="Shape 1139"/>
        <p:cNvGrpSpPr/>
        <p:nvPr/>
      </p:nvGrpSpPr>
      <p:grpSpPr>
        <a:xfrm>
          <a:off x="0" y="0"/>
          <a:ext cx="0" cy="0"/>
          <a:chOff x="0" y="0"/>
          <a:chExt cx="0" cy="0"/>
        </a:xfrm>
      </p:grpSpPr>
      <p:sp>
        <p:nvSpPr>
          <p:cNvPr id="1140" name="Google Shape;1140;p23"/>
          <p:cNvSpPr txBox="1"/>
          <p:nvPr>
            <p:ph type="title"/>
          </p:nvPr>
        </p:nvSpPr>
        <p:spPr>
          <a:xfrm>
            <a:off x="2532888" y="338328"/>
            <a:ext cx="4087500" cy="576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141" name="Google Shape;1141;p23"/>
          <p:cNvSpPr txBox="1"/>
          <p:nvPr>
            <p:ph idx="1" type="body"/>
          </p:nvPr>
        </p:nvSpPr>
        <p:spPr>
          <a:xfrm>
            <a:off x="714650" y="1152150"/>
            <a:ext cx="7705500" cy="3529500"/>
          </a:xfrm>
          <a:prstGeom prst="rect">
            <a:avLst/>
          </a:prstGeom>
          <a:noFill/>
          <a:ln>
            <a:noFill/>
          </a:ln>
        </p:spPr>
        <p:txBody>
          <a:bodyPr anchorCtr="0" anchor="ctr" bIns="91425" lIns="91425" spcFirstLastPara="1" rIns="91425" wrap="square" tIns="91425">
            <a:noAutofit/>
          </a:bodyPr>
          <a:lstStyle>
            <a:lvl1pPr indent="-304800" lvl="0" marL="457200" rtl="0">
              <a:spcBef>
                <a:spcPts val="0"/>
              </a:spcBef>
              <a:spcAft>
                <a:spcPts val="0"/>
              </a:spcAft>
              <a:buClr>
                <a:srgbClr val="434343"/>
              </a:buClr>
              <a:buSzPts val="1200"/>
              <a:buFont typeface="Barlow Semi Condensed Medium"/>
              <a:buAutoNum type="arabicPeriod"/>
              <a:defRPr sz="1200">
                <a:solidFill>
                  <a:schemeClr val="dk2"/>
                </a:solidFill>
                <a:latin typeface="Barlow Semi Condensed"/>
                <a:ea typeface="Barlow Semi Condensed"/>
                <a:cs typeface="Barlow Semi Condensed"/>
                <a:sym typeface="Barlow Semi Condensed"/>
              </a:defRPr>
            </a:lvl1pPr>
            <a:lvl2pPr indent="-304800" lvl="1" marL="9144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2pPr>
            <a:lvl3pPr indent="-304800" lvl="2" marL="13716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3pPr>
            <a:lvl4pPr indent="-304800" lvl="3" marL="18288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4pPr>
            <a:lvl5pPr indent="-304800" lvl="4" marL="22860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5pPr>
            <a:lvl6pPr indent="-304800" lvl="5" marL="27432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6pPr>
            <a:lvl7pPr indent="-304800" lvl="6" marL="32004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7pPr>
            <a:lvl8pPr indent="-304800" lvl="7" marL="36576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8pPr>
            <a:lvl9pPr indent="-304800" lvl="8" marL="411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9pPr>
          </a:lstStyle>
          <a:p/>
        </p:txBody>
      </p:sp>
      <p:cxnSp>
        <p:nvCxnSpPr>
          <p:cNvPr id="1142" name="Google Shape;1142;p23"/>
          <p:cNvCxnSpPr/>
          <p:nvPr/>
        </p:nvCxnSpPr>
        <p:spPr>
          <a:xfrm rot="10800000">
            <a:off x="303000" y="3359375"/>
            <a:ext cx="151800" cy="957300"/>
          </a:xfrm>
          <a:prstGeom prst="straightConnector1">
            <a:avLst/>
          </a:prstGeom>
          <a:noFill/>
          <a:ln cap="flat" cmpd="sng" w="9525">
            <a:solidFill>
              <a:schemeClr val="dk1"/>
            </a:solidFill>
            <a:prstDash val="solid"/>
            <a:round/>
            <a:headEnd len="med" w="med" type="none"/>
            <a:tailEnd len="med" w="med" type="none"/>
          </a:ln>
        </p:spPr>
      </p:cxnSp>
      <p:cxnSp>
        <p:nvCxnSpPr>
          <p:cNvPr id="1143" name="Google Shape;1143;p23"/>
          <p:cNvCxnSpPr/>
          <p:nvPr/>
        </p:nvCxnSpPr>
        <p:spPr>
          <a:xfrm flipH="1" rot="10800000">
            <a:off x="0" y="4332550"/>
            <a:ext cx="446700" cy="663900"/>
          </a:xfrm>
          <a:prstGeom prst="straightConnector1">
            <a:avLst/>
          </a:prstGeom>
          <a:noFill/>
          <a:ln cap="flat" cmpd="sng" w="9525">
            <a:solidFill>
              <a:schemeClr val="dk1"/>
            </a:solidFill>
            <a:prstDash val="solid"/>
            <a:round/>
            <a:headEnd len="med" w="med" type="none"/>
            <a:tailEnd len="med" w="med" type="none"/>
          </a:ln>
        </p:spPr>
      </p:cxnSp>
      <p:grpSp>
        <p:nvGrpSpPr>
          <p:cNvPr id="1144" name="Google Shape;1144;p23"/>
          <p:cNvGrpSpPr/>
          <p:nvPr/>
        </p:nvGrpSpPr>
        <p:grpSpPr>
          <a:xfrm flipH="1">
            <a:off x="300738" y="4167800"/>
            <a:ext cx="292025" cy="292575"/>
            <a:chOff x="7353050" y="316275"/>
            <a:chExt cx="292025" cy="292575"/>
          </a:xfrm>
        </p:grpSpPr>
        <p:sp>
          <p:nvSpPr>
            <p:cNvPr id="1145" name="Google Shape;1145;p2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9" name="Google Shape;1149;p23"/>
          <p:cNvGrpSpPr/>
          <p:nvPr/>
        </p:nvGrpSpPr>
        <p:grpSpPr>
          <a:xfrm>
            <a:off x="148789" y="3224300"/>
            <a:ext cx="293111" cy="293388"/>
            <a:chOff x="3164039" y="430875"/>
            <a:chExt cx="293111" cy="293388"/>
          </a:xfrm>
        </p:grpSpPr>
        <p:sp>
          <p:nvSpPr>
            <p:cNvPr id="1150" name="Google Shape;1150;p23"/>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23"/>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3"/>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3"/>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3"/>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3"/>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156" name="Google Shape;1156;p23"/>
          <p:cNvCxnSpPr/>
          <p:nvPr/>
        </p:nvCxnSpPr>
        <p:spPr>
          <a:xfrm rot="10800000">
            <a:off x="7196975" y="2951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1157" name="Google Shape;1157;p23"/>
          <p:cNvCxnSpPr/>
          <p:nvPr/>
        </p:nvCxnSpPr>
        <p:spPr>
          <a:xfrm flipH="1">
            <a:off x="8354075" y="-66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1158" name="Google Shape;1158;p23"/>
          <p:cNvGrpSpPr/>
          <p:nvPr/>
        </p:nvGrpSpPr>
        <p:grpSpPr>
          <a:xfrm>
            <a:off x="8064275" y="526925"/>
            <a:ext cx="581800" cy="582350"/>
            <a:chOff x="8064275" y="887850"/>
            <a:chExt cx="581800" cy="582350"/>
          </a:xfrm>
        </p:grpSpPr>
        <p:sp>
          <p:nvSpPr>
            <p:cNvPr id="1159" name="Google Shape;1159;p23"/>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3"/>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23"/>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3"/>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3"/>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3"/>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5" name="Google Shape;1165;p23"/>
          <p:cNvGrpSpPr/>
          <p:nvPr/>
        </p:nvGrpSpPr>
        <p:grpSpPr>
          <a:xfrm>
            <a:off x="7033875" y="170875"/>
            <a:ext cx="292025" cy="292575"/>
            <a:chOff x="7353050" y="316275"/>
            <a:chExt cx="292025" cy="292575"/>
          </a:xfrm>
        </p:grpSpPr>
        <p:sp>
          <p:nvSpPr>
            <p:cNvPr id="1166" name="Google Shape;1166;p2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2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0" name="Google Shape;1170;p23"/>
          <p:cNvGrpSpPr/>
          <p:nvPr/>
        </p:nvGrpSpPr>
        <p:grpSpPr>
          <a:xfrm>
            <a:off x="8757950" y="229650"/>
            <a:ext cx="175000" cy="175000"/>
            <a:chOff x="8792300" y="321275"/>
            <a:chExt cx="175000" cy="175000"/>
          </a:xfrm>
        </p:grpSpPr>
        <p:sp>
          <p:nvSpPr>
            <p:cNvPr id="1171" name="Google Shape;1171;p23"/>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23"/>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23"/>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3"/>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5" name="Google Shape;1175;p23"/>
          <p:cNvGrpSpPr/>
          <p:nvPr/>
        </p:nvGrpSpPr>
        <p:grpSpPr>
          <a:xfrm>
            <a:off x="8490050" y="170875"/>
            <a:ext cx="175013" cy="27000"/>
            <a:chOff x="5662375" y="212375"/>
            <a:chExt cx="175013" cy="27000"/>
          </a:xfrm>
        </p:grpSpPr>
        <p:sp>
          <p:nvSpPr>
            <p:cNvPr id="1176" name="Google Shape;1176;p2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2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9" name="Google Shape;1179;p23"/>
          <p:cNvGrpSpPr/>
          <p:nvPr/>
        </p:nvGrpSpPr>
        <p:grpSpPr>
          <a:xfrm>
            <a:off x="7916350" y="1124600"/>
            <a:ext cx="175013" cy="27000"/>
            <a:chOff x="5662375" y="212375"/>
            <a:chExt cx="175013" cy="27000"/>
          </a:xfrm>
        </p:grpSpPr>
        <p:sp>
          <p:nvSpPr>
            <p:cNvPr id="1180" name="Google Shape;1180;p2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5">
    <p:spTree>
      <p:nvGrpSpPr>
        <p:cNvPr id="1183" name="Shape 1183"/>
        <p:cNvGrpSpPr/>
        <p:nvPr/>
      </p:nvGrpSpPr>
      <p:grpSpPr>
        <a:xfrm>
          <a:off x="0" y="0"/>
          <a:ext cx="0" cy="0"/>
          <a:chOff x="0" y="0"/>
          <a:chExt cx="0" cy="0"/>
        </a:xfrm>
      </p:grpSpPr>
      <p:sp>
        <p:nvSpPr>
          <p:cNvPr id="1184" name="Google Shape;1184;p24"/>
          <p:cNvSpPr txBox="1"/>
          <p:nvPr>
            <p:ph type="title"/>
          </p:nvPr>
        </p:nvSpPr>
        <p:spPr>
          <a:xfrm>
            <a:off x="723750" y="526925"/>
            <a:ext cx="7696500" cy="5727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cxnSp>
        <p:nvCxnSpPr>
          <p:cNvPr id="1185" name="Google Shape;1185;p24"/>
          <p:cNvCxnSpPr/>
          <p:nvPr/>
        </p:nvCxnSpPr>
        <p:spPr>
          <a:xfrm>
            <a:off x="590450" y="4340600"/>
            <a:ext cx="670200" cy="423000"/>
          </a:xfrm>
          <a:prstGeom prst="straightConnector1">
            <a:avLst/>
          </a:prstGeom>
          <a:noFill/>
          <a:ln cap="flat" cmpd="sng" w="9525">
            <a:solidFill>
              <a:schemeClr val="dk1"/>
            </a:solidFill>
            <a:prstDash val="solid"/>
            <a:round/>
            <a:headEnd len="med" w="med" type="none"/>
            <a:tailEnd len="med" w="med" type="none"/>
          </a:ln>
        </p:spPr>
      </p:cxnSp>
      <p:cxnSp>
        <p:nvCxnSpPr>
          <p:cNvPr id="1186" name="Google Shape;1186;p24"/>
          <p:cNvCxnSpPr/>
          <p:nvPr/>
        </p:nvCxnSpPr>
        <p:spPr>
          <a:xfrm flipH="1" rot="10800000">
            <a:off x="0" y="4332550"/>
            <a:ext cx="590700" cy="663900"/>
          </a:xfrm>
          <a:prstGeom prst="straightConnector1">
            <a:avLst/>
          </a:prstGeom>
          <a:noFill/>
          <a:ln cap="flat" cmpd="sng" w="9525">
            <a:solidFill>
              <a:schemeClr val="dk1"/>
            </a:solidFill>
            <a:prstDash val="solid"/>
            <a:round/>
            <a:headEnd len="med" w="med" type="none"/>
            <a:tailEnd len="med" w="med" type="none"/>
          </a:ln>
        </p:spPr>
      </p:cxnSp>
      <p:grpSp>
        <p:nvGrpSpPr>
          <p:cNvPr id="1187" name="Google Shape;1187;p24"/>
          <p:cNvGrpSpPr/>
          <p:nvPr/>
        </p:nvGrpSpPr>
        <p:grpSpPr>
          <a:xfrm flipH="1">
            <a:off x="431725" y="4183775"/>
            <a:ext cx="292025" cy="292575"/>
            <a:chOff x="7353050" y="316275"/>
            <a:chExt cx="292025" cy="292575"/>
          </a:xfrm>
        </p:grpSpPr>
        <p:sp>
          <p:nvSpPr>
            <p:cNvPr id="1188" name="Google Shape;1188;p2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2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2" name="Google Shape;1192;p24"/>
          <p:cNvGrpSpPr/>
          <p:nvPr/>
        </p:nvGrpSpPr>
        <p:grpSpPr>
          <a:xfrm>
            <a:off x="1075789" y="4604675"/>
            <a:ext cx="293111" cy="293388"/>
            <a:chOff x="3164039" y="430875"/>
            <a:chExt cx="293111" cy="293388"/>
          </a:xfrm>
        </p:grpSpPr>
        <p:sp>
          <p:nvSpPr>
            <p:cNvPr id="1193" name="Google Shape;1193;p24"/>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4"/>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4"/>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4"/>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4"/>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4"/>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199" name="Google Shape;1199;p24"/>
          <p:cNvCxnSpPr/>
          <p:nvPr/>
        </p:nvCxnSpPr>
        <p:spPr>
          <a:xfrm rot="10800000">
            <a:off x="7196975" y="295100"/>
            <a:ext cx="1157100" cy="542700"/>
          </a:xfrm>
          <a:prstGeom prst="straightConnector1">
            <a:avLst/>
          </a:prstGeom>
          <a:noFill/>
          <a:ln cap="flat" cmpd="sng" w="9525">
            <a:solidFill>
              <a:schemeClr val="dk2"/>
            </a:solidFill>
            <a:prstDash val="solid"/>
            <a:round/>
            <a:headEnd len="med" w="med" type="none"/>
            <a:tailEnd len="med" w="med" type="none"/>
          </a:ln>
        </p:spPr>
      </p:cxnSp>
      <p:cxnSp>
        <p:nvCxnSpPr>
          <p:cNvPr id="1200" name="Google Shape;1200;p24"/>
          <p:cNvCxnSpPr/>
          <p:nvPr/>
        </p:nvCxnSpPr>
        <p:spPr>
          <a:xfrm flipH="1">
            <a:off x="8354075" y="-6625"/>
            <a:ext cx="791400" cy="836400"/>
          </a:xfrm>
          <a:prstGeom prst="straightConnector1">
            <a:avLst/>
          </a:prstGeom>
          <a:noFill/>
          <a:ln cap="flat" cmpd="sng" w="9525">
            <a:solidFill>
              <a:schemeClr val="dk2"/>
            </a:solidFill>
            <a:prstDash val="solid"/>
            <a:round/>
            <a:headEnd len="med" w="med" type="none"/>
            <a:tailEnd len="med" w="med" type="none"/>
          </a:ln>
        </p:spPr>
      </p:cxnSp>
      <p:grpSp>
        <p:nvGrpSpPr>
          <p:cNvPr id="1201" name="Google Shape;1201;p24"/>
          <p:cNvGrpSpPr/>
          <p:nvPr/>
        </p:nvGrpSpPr>
        <p:grpSpPr>
          <a:xfrm>
            <a:off x="8064275" y="526925"/>
            <a:ext cx="581800" cy="582350"/>
            <a:chOff x="8064275" y="887850"/>
            <a:chExt cx="581800" cy="582350"/>
          </a:xfrm>
        </p:grpSpPr>
        <p:sp>
          <p:nvSpPr>
            <p:cNvPr id="1202" name="Google Shape;1202;p2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8" name="Google Shape;1208;p24"/>
          <p:cNvGrpSpPr/>
          <p:nvPr/>
        </p:nvGrpSpPr>
        <p:grpSpPr>
          <a:xfrm>
            <a:off x="7033875" y="170875"/>
            <a:ext cx="292025" cy="292575"/>
            <a:chOff x="7353050" y="316275"/>
            <a:chExt cx="292025" cy="292575"/>
          </a:xfrm>
        </p:grpSpPr>
        <p:sp>
          <p:nvSpPr>
            <p:cNvPr id="1209" name="Google Shape;1209;p2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3" name="Google Shape;1213;p24"/>
          <p:cNvGrpSpPr/>
          <p:nvPr/>
        </p:nvGrpSpPr>
        <p:grpSpPr>
          <a:xfrm>
            <a:off x="8757950" y="229650"/>
            <a:ext cx="175000" cy="175000"/>
            <a:chOff x="8792300" y="321275"/>
            <a:chExt cx="175000" cy="175000"/>
          </a:xfrm>
        </p:grpSpPr>
        <p:sp>
          <p:nvSpPr>
            <p:cNvPr id="1214" name="Google Shape;1214;p24"/>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24"/>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4"/>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4"/>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8" name="Google Shape;1218;p24"/>
          <p:cNvGrpSpPr/>
          <p:nvPr/>
        </p:nvGrpSpPr>
        <p:grpSpPr>
          <a:xfrm>
            <a:off x="8490050" y="170875"/>
            <a:ext cx="175013" cy="27000"/>
            <a:chOff x="5662375" y="212375"/>
            <a:chExt cx="175013" cy="27000"/>
          </a:xfrm>
        </p:grpSpPr>
        <p:sp>
          <p:nvSpPr>
            <p:cNvPr id="1219" name="Google Shape;1219;p24"/>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4"/>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4"/>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2" name="Google Shape;1222;p24"/>
          <p:cNvGrpSpPr/>
          <p:nvPr/>
        </p:nvGrpSpPr>
        <p:grpSpPr>
          <a:xfrm>
            <a:off x="7916350" y="1124600"/>
            <a:ext cx="175013" cy="27000"/>
            <a:chOff x="5662375" y="212375"/>
            <a:chExt cx="175013" cy="27000"/>
          </a:xfrm>
        </p:grpSpPr>
        <p:sp>
          <p:nvSpPr>
            <p:cNvPr id="1223" name="Google Shape;1223;p24"/>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4"/>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4"/>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6">
    <p:spTree>
      <p:nvGrpSpPr>
        <p:cNvPr id="1226" name="Shape 1226"/>
        <p:cNvGrpSpPr/>
        <p:nvPr/>
      </p:nvGrpSpPr>
      <p:grpSpPr>
        <a:xfrm>
          <a:off x="0" y="0"/>
          <a:ext cx="0" cy="0"/>
          <a:chOff x="0" y="0"/>
          <a:chExt cx="0" cy="0"/>
        </a:xfrm>
      </p:grpSpPr>
      <p:sp>
        <p:nvSpPr>
          <p:cNvPr id="1227" name="Google Shape;1227;p25"/>
          <p:cNvSpPr txBox="1"/>
          <p:nvPr>
            <p:ph type="title"/>
          </p:nvPr>
        </p:nvSpPr>
        <p:spPr>
          <a:xfrm>
            <a:off x="896100" y="1984450"/>
            <a:ext cx="3457200" cy="1292100"/>
          </a:xfrm>
          <a:prstGeom prst="rect">
            <a:avLst/>
          </a:prstGeom>
        </p:spPr>
        <p:txBody>
          <a:bodyPr anchorCtr="0" anchor="b" bIns="91425" lIns="91425" spcFirstLastPara="1" rIns="91425" wrap="square" tIns="91425">
            <a:noAutofit/>
          </a:bodyPr>
          <a:lstStyle>
            <a:lvl1pPr lvl="0" rtl="0">
              <a:spcBef>
                <a:spcPts val="0"/>
              </a:spcBef>
              <a:spcAft>
                <a:spcPts val="0"/>
              </a:spcAft>
              <a:buSzPts val="4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cxnSp>
        <p:nvCxnSpPr>
          <p:cNvPr id="1228" name="Google Shape;1228;p25"/>
          <p:cNvCxnSpPr/>
          <p:nvPr/>
        </p:nvCxnSpPr>
        <p:spPr>
          <a:xfrm>
            <a:off x="1645925" y="523125"/>
            <a:ext cx="1672500" cy="126000"/>
          </a:xfrm>
          <a:prstGeom prst="straightConnector1">
            <a:avLst/>
          </a:prstGeom>
          <a:noFill/>
          <a:ln cap="flat" cmpd="sng" w="9525">
            <a:solidFill>
              <a:schemeClr val="dk2"/>
            </a:solidFill>
            <a:prstDash val="solid"/>
            <a:round/>
            <a:headEnd len="med" w="med" type="none"/>
            <a:tailEnd len="med" w="med" type="none"/>
          </a:ln>
        </p:spPr>
      </p:cxnSp>
      <p:cxnSp>
        <p:nvCxnSpPr>
          <p:cNvPr id="1229" name="Google Shape;1229;p25"/>
          <p:cNvCxnSpPr/>
          <p:nvPr/>
        </p:nvCxnSpPr>
        <p:spPr>
          <a:xfrm flipH="1" rot="10800000">
            <a:off x="803050" y="529675"/>
            <a:ext cx="829500" cy="743400"/>
          </a:xfrm>
          <a:prstGeom prst="straightConnector1">
            <a:avLst/>
          </a:prstGeom>
          <a:noFill/>
          <a:ln cap="flat" cmpd="sng" w="9525">
            <a:solidFill>
              <a:schemeClr val="dk2"/>
            </a:solidFill>
            <a:prstDash val="solid"/>
            <a:round/>
            <a:headEnd len="med" w="med" type="none"/>
            <a:tailEnd len="med" w="med" type="none"/>
          </a:ln>
        </p:spPr>
      </p:cxnSp>
      <p:cxnSp>
        <p:nvCxnSpPr>
          <p:cNvPr id="1230" name="Google Shape;1230;p25"/>
          <p:cNvCxnSpPr/>
          <p:nvPr/>
        </p:nvCxnSpPr>
        <p:spPr>
          <a:xfrm>
            <a:off x="0" y="65200"/>
            <a:ext cx="796500" cy="1188000"/>
          </a:xfrm>
          <a:prstGeom prst="straightConnector1">
            <a:avLst/>
          </a:prstGeom>
          <a:noFill/>
          <a:ln cap="flat" cmpd="sng" w="9525">
            <a:solidFill>
              <a:schemeClr val="dk2"/>
            </a:solidFill>
            <a:prstDash val="solid"/>
            <a:round/>
            <a:headEnd len="med" w="med" type="none"/>
            <a:tailEnd len="med" w="med" type="none"/>
          </a:ln>
        </p:spPr>
      </p:cxnSp>
      <p:grpSp>
        <p:nvGrpSpPr>
          <p:cNvPr id="1231" name="Google Shape;1231;p25"/>
          <p:cNvGrpSpPr/>
          <p:nvPr/>
        </p:nvGrpSpPr>
        <p:grpSpPr>
          <a:xfrm flipH="1">
            <a:off x="499400" y="959675"/>
            <a:ext cx="581800" cy="582350"/>
            <a:chOff x="8064275" y="887850"/>
            <a:chExt cx="581800" cy="582350"/>
          </a:xfrm>
        </p:grpSpPr>
        <p:sp>
          <p:nvSpPr>
            <p:cNvPr id="1232" name="Google Shape;1232;p2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8" name="Google Shape;1238;p25"/>
          <p:cNvGrpSpPr/>
          <p:nvPr/>
        </p:nvGrpSpPr>
        <p:grpSpPr>
          <a:xfrm flipH="1">
            <a:off x="1500400" y="388100"/>
            <a:ext cx="292025" cy="292575"/>
            <a:chOff x="7353050" y="316275"/>
            <a:chExt cx="292025" cy="292575"/>
          </a:xfrm>
        </p:grpSpPr>
        <p:sp>
          <p:nvSpPr>
            <p:cNvPr id="1239" name="Google Shape;1239;p2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43" name="Google Shape;1243;p25"/>
          <p:cNvSpPr/>
          <p:nvPr/>
        </p:nvSpPr>
        <p:spPr>
          <a:xfrm flipH="1">
            <a:off x="3166281" y="497632"/>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25"/>
          <p:cNvSpPr/>
          <p:nvPr/>
        </p:nvSpPr>
        <p:spPr>
          <a:xfrm flipH="1">
            <a:off x="3164039" y="495100"/>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5"/>
          <p:cNvSpPr/>
          <p:nvPr/>
        </p:nvSpPr>
        <p:spPr>
          <a:xfrm flipH="1">
            <a:off x="3202780" y="534134"/>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25"/>
          <p:cNvSpPr/>
          <p:nvPr/>
        </p:nvSpPr>
        <p:spPr>
          <a:xfrm flipH="1">
            <a:off x="3200525" y="531602"/>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5"/>
          <p:cNvSpPr/>
          <p:nvPr/>
        </p:nvSpPr>
        <p:spPr>
          <a:xfrm flipH="1">
            <a:off x="3242641" y="573709"/>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5"/>
          <p:cNvSpPr/>
          <p:nvPr/>
        </p:nvSpPr>
        <p:spPr>
          <a:xfrm flipH="1">
            <a:off x="3240109" y="571467"/>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49" name="Google Shape;1249;p25"/>
          <p:cNvGrpSpPr/>
          <p:nvPr/>
        </p:nvGrpSpPr>
        <p:grpSpPr>
          <a:xfrm flipH="1">
            <a:off x="3527112" y="361100"/>
            <a:ext cx="175013" cy="27000"/>
            <a:chOff x="5662375" y="212375"/>
            <a:chExt cx="175013" cy="27000"/>
          </a:xfrm>
        </p:grpSpPr>
        <p:sp>
          <p:nvSpPr>
            <p:cNvPr id="1250" name="Google Shape;1250;p25"/>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5"/>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5"/>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3" name="Google Shape;1253;p25"/>
          <p:cNvGrpSpPr/>
          <p:nvPr/>
        </p:nvGrpSpPr>
        <p:grpSpPr>
          <a:xfrm flipH="1">
            <a:off x="480412" y="242700"/>
            <a:ext cx="175013" cy="27000"/>
            <a:chOff x="5662375" y="212375"/>
            <a:chExt cx="175013" cy="27000"/>
          </a:xfrm>
        </p:grpSpPr>
        <p:sp>
          <p:nvSpPr>
            <p:cNvPr id="1254" name="Google Shape;1254;p25"/>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25"/>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5"/>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7" name="Google Shape;1257;p25"/>
          <p:cNvGrpSpPr/>
          <p:nvPr/>
        </p:nvGrpSpPr>
        <p:grpSpPr>
          <a:xfrm flipH="1">
            <a:off x="901712" y="1653625"/>
            <a:ext cx="175013" cy="27000"/>
            <a:chOff x="5662375" y="212375"/>
            <a:chExt cx="175013" cy="27000"/>
          </a:xfrm>
        </p:grpSpPr>
        <p:sp>
          <p:nvSpPr>
            <p:cNvPr id="1258" name="Google Shape;1258;p25"/>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5"/>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5"/>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261" name="Google Shape;1261;p25"/>
          <p:cNvCxnSpPr/>
          <p:nvPr/>
        </p:nvCxnSpPr>
        <p:spPr>
          <a:xfrm>
            <a:off x="791400" y="4212400"/>
            <a:ext cx="1157100" cy="542700"/>
          </a:xfrm>
          <a:prstGeom prst="straightConnector1">
            <a:avLst/>
          </a:prstGeom>
          <a:noFill/>
          <a:ln cap="flat" cmpd="sng" w="9525">
            <a:solidFill>
              <a:schemeClr val="dk2"/>
            </a:solidFill>
            <a:prstDash val="solid"/>
            <a:round/>
            <a:headEnd len="med" w="med" type="none"/>
            <a:tailEnd len="med" w="med" type="none"/>
          </a:ln>
        </p:spPr>
      </p:cxnSp>
      <p:cxnSp>
        <p:nvCxnSpPr>
          <p:cNvPr id="1262" name="Google Shape;1262;p25"/>
          <p:cNvCxnSpPr/>
          <p:nvPr/>
        </p:nvCxnSpPr>
        <p:spPr>
          <a:xfrm flipH="1" rot="10800000">
            <a:off x="0" y="4220425"/>
            <a:ext cx="791400" cy="836400"/>
          </a:xfrm>
          <a:prstGeom prst="straightConnector1">
            <a:avLst/>
          </a:prstGeom>
          <a:noFill/>
          <a:ln cap="flat" cmpd="sng" w="9525">
            <a:solidFill>
              <a:schemeClr val="dk2"/>
            </a:solidFill>
            <a:prstDash val="solid"/>
            <a:round/>
            <a:headEnd len="med" w="med" type="none"/>
            <a:tailEnd len="med" w="med" type="none"/>
          </a:ln>
        </p:spPr>
      </p:cxnSp>
      <p:grpSp>
        <p:nvGrpSpPr>
          <p:cNvPr id="1263" name="Google Shape;1263;p25"/>
          <p:cNvGrpSpPr/>
          <p:nvPr/>
        </p:nvGrpSpPr>
        <p:grpSpPr>
          <a:xfrm rot="10800000">
            <a:off x="499400" y="3940925"/>
            <a:ext cx="581800" cy="582350"/>
            <a:chOff x="8064275" y="887850"/>
            <a:chExt cx="581800" cy="582350"/>
          </a:xfrm>
        </p:grpSpPr>
        <p:sp>
          <p:nvSpPr>
            <p:cNvPr id="1264" name="Google Shape;1264;p2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2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2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2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0" name="Google Shape;1270;p25"/>
          <p:cNvGrpSpPr/>
          <p:nvPr/>
        </p:nvGrpSpPr>
        <p:grpSpPr>
          <a:xfrm rot="10800000">
            <a:off x="1819575" y="4586750"/>
            <a:ext cx="292025" cy="292575"/>
            <a:chOff x="7353050" y="316275"/>
            <a:chExt cx="292025" cy="292575"/>
          </a:xfrm>
        </p:grpSpPr>
        <p:sp>
          <p:nvSpPr>
            <p:cNvPr id="1271" name="Google Shape;1271;p2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2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2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5" name="Google Shape;1275;p25"/>
          <p:cNvGrpSpPr/>
          <p:nvPr/>
        </p:nvGrpSpPr>
        <p:grpSpPr>
          <a:xfrm rot="10800000">
            <a:off x="212525" y="4645550"/>
            <a:ext cx="175000" cy="175000"/>
            <a:chOff x="8792300" y="321275"/>
            <a:chExt cx="175000" cy="175000"/>
          </a:xfrm>
        </p:grpSpPr>
        <p:sp>
          <p:nvSpPr>
            <p:cNvPr id="1276" name="Google Shape;1276;p25"/>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5"/>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5"/>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25"/>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0" name="Google Shape;1280;p25"/>
          <p:cNvGrpSpPr/>
          <p:nvPr/>
        </p:nvGrpSpPr>
        <p:grpSpPr>
          <a:xfrm rot="10800000">
            <a:off x="480412" y="4852325"/>
            <a:ext cx="175013" cy="27000"/>
            <a:chOff x="5662375" y="212375"/>
            <a:chExt cx="175013" cy="27000"/>
          </a:xfrm>
        </p:grpSpPr>
        <p:sp>
          <p:nvSpPr>
            <p:cNvPr id="1281" name="Google Shape;1281;p25"/>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5"/>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25"/>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4" name="Google Shape;1284;p25"/>
          <p:cNvGrpSpPr/>
          <p:nvPr/>
        </p:nvGrpSpPr>
        <p:grpSpPr>
          <a:xfrm rot="10800000">
            <a:off x="1054112" y="3898600"/>
            <a:ext cx="175013" cy="27000"/>
            <a:chOff x="5662375" y="212375"/>
            <a:chExt cx="175013" cy="27000"/>
          </a:xfrm>
        </p:grpSpPr>
        <p:sp>
          <p:nvSpPr>
            <p:cNvPr id="1285" name="Google Shape;1285;p25"/>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5"/>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5"/>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7">
    <p:spTree>
      <p:nvGrpSpPr>
        <p:cNvPr id="1288" name="Shape 1288"/>
        <p:cNvGrpSpPr/>
        <p:nvPr/>
      </p:nvGrpSpPr>
      <p:grpSpPr>
        <a:xfrm>
          <a:off x="0" y="0"/>
          <a:ext cx="0" cy="0"/>
          <a:chOff x="0" y="0"/>
          <a:chExt cx="0" cy="0"/>
        </a:xfrm>
      </p:grpSpPr>
      <p:sp>
        <p:nvSpPr>
          <p:cNvPr id="1289" name="Google Shape;1289;p26"/>
          <p:cNvSpPr txBox="1"/>
          <p:nvPr>
            <p:ph type="title"/>
          </p:nvPr>
        </p:nvSpPr>
        <p:spPr>
          <a:xfrm>
            <a:off x="723750" y="526925"/>
            <a:ext cx="7696500" cy="5727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cxnSp>
        <p:nvCxnSpPr>
          <p:cNvPr id="1290" name="Google Shape;1290;p26"/>
          <p:cNvCxnSpPr/>
          <p:nvPr/>
        </p:nvCxnSpPr>
        <p:spPr>
          <a:xfrm rot="10800000">
            <a:off x="8109000" y="501275"/>
            <a:ext cx="737700" cy="737700"/>
          </a:xfrm>
          <a:prstGeom prst="straightConnector1">
            <a:avLst/>
          </a:prstGeom>
          <a:noFill/>
          <a:ln cap="flat" cmpd="sng" w="9525">
            <a:solidFill>
              <a:schemeClr val="dk2"/>
            </a:solidFill>
            <a:prstDash val="solid"/>
            <a:round/>
            <a:headEnd len="med" w="med" type="none"/>
            <a:tailEnd len="med" w="med" type="none"/>
          </a:ln>
        </p:spPr>
      </p:cxnSp>
      <p:cxnSp>
        <p:nvCxnSpPr>
          <p:cNvPr id="1291" name="Google Shape;1291;p26"/>
          <p:cNvCxnSpPr/>
          <p:nvPr/>
        </p:nvCxnSpPr>
        <p:spPr>
          <a:xfrm>
            <a:off x="582475" y="282188"/>
            <a:ext cx="1212900" cy="422700"/>
          </a:xfrm>
          <a:prstGeom prst="straightConnector1">
            <a:avLst/>
          </a:prstGeom>
          <a:noFill/>
          <a:ln cap="flat" cmpd="sng" w="9525">
            <a:solidFill>
              <a:schemeClr val="dk2"/>
            </a:solidFill>
            <a:prstDash val="solid"/>
            <a:round/>
            <a:headEnd len="med" w="med" type="none"/>
            <a:tailEnd len="med" w="med" type="none"/>
          </a:ln>
        </p:spPr>
      </p:cxnSp>
      <p:cxnSp>
        <p:nvCxnSpPr>
          <p:cNvPr id="1292" name="Google Shape;1292;p26"/>
          <p:cNvCxnSpPr/>
          <p:nvPr/>
        </p:nvCxnSpPr>
        <p:spPr>
          <a:xfrm flipH="1" rot="10800000">
            <a:off x="0" y="274188"/>
            <a:ext cx="582600" cy="654300"/>
          </a:xfrm>
          <a:prstGeom prst="straightConnector1">
            <a:avLst/>
          </a:prstGeom>
          <a:noFill/>
          <a:ln cap="flat" cmpd="sng" w="9525">
            <a:solidFill>
              <a:schemeClr val="dk2"/>
            </a:solidFill>
            <a:prstDash val="solid"/>
            <a:round/>
            <a:headEnd len="med" w="med" type="none"/>
            <a:tailEnd len="med" w="med" type="none"/>
          </a:ln>
        </p:spPr>
      </p:cxnSp>
      <p:grpSp>
        <p:nvGrpSpPr>
          <p:cNvPr id="1293" name="Google Shape;1293;p26"/>
          <p:cNvGrpSpPr/>
          <p:nvPr/>
        </p:nvGrpSpPr>
        <p:grpSpPr>
          <a:xfrm flipH="1">
            <a:off x="423750" y="125363"/>
            <a:ext cx="292025" cy="292575"/>
            <a:chOff x="7353050" y="316275"/>
            <a:chExt cx="292025" cy="292575"/>
          </a:xfrm>
        </p:grpSpPr>
        <p:sp>
          <p:nvSpPr>
            <p:cNvPr id="1294" name="Google Shape;1294;p2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8" name="Google Shape;1298;p26"/>
          <p:cNvGrpSpPr/>
          <p:nvPr/>
        </p:nvGrpSpPr>
        <p:grpSpPr>
          <a:xfrm>
            <a:off x="1638739" y="558163"/>
            <a:ext cx="293111" cy="293388"/>
            <a:chOff x="3164039" y="430875"/>
            <a:chExt cx="293111" cy="293388"/>
          </a:xfrm>
        </p:grpSpPr>
        <p:sp>
          <p:nvSpPr>
            <p:cNvPr id="1299" name="Google Shape;1299;p26"/>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6"/>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6"/>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6"/>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6"/>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6"/>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5" name="Google Shape;1305;p26"/>
          <p:cNvGrpSpPr/>
          <p:nvPr/>
        </p:nvGrpSpPr>
        <p:grpSpPr>
          <a:xfrm>
            <a:off x="1591750" y="362600"/>
            <a:ext cx="175013" cy="27000"/>
            <a:chOff x="5662375" y="212375"/>
            <a:chExt cx="175013" cy="27000"/>
          </a:xfrm>
        </p:grpSpPr>
        <p:sp>
          <p:nvSpPr>
            <p:cNvPr id="1306" name="Google Shape;1306;p26"/>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6"/>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6"/>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309" name="Google Shape;1309;p26"/>
          <p:cNvCxnSpPr/>
          <p:nvPr/>
        </p:nvCxnSpPr>
        <p:spPr>
          <a:xfrm flipH="1">
            <a:off x="8151325" y="6875"/>
            <a:ext cx="1002600" cy="494400"/>
          </a:xfrm>
          <a:prstGeom prst="straightConnector1">
            <a:avLst/>
          </a:prstGeom>
          <a:noFill/>
          <a:ln cap="flat" cmpd="sng" w="9525">
            <a:solidFill>
              <a:schemeClr val="dk2"/>
            </a:solidFill>
            <a:prstDash val="solid"/>
            <a:round/>
            <a:headEnd len="med" w="med" type="none"/>
            <a:tailEnd len="med" w="med" type="none"/>
          </a:ln>
        </p:spPr>
      </p:cxnSp>
      <p:grpSp>
        <p:nvGrpSpPr>
          <p:cNvPr id="1310" name="Google Shape;1310;p26"/>
          <p:cNvGrpSpPr/>
          <p:nvPr/>
        </p:nvGrpSpPr>
        <p:grpSpPr>
          <a:xfrm>
            <a:off x="7823875" y="202375"/>
            <a:ext cx="581800" cy="582350"/>
            <a:chOff x="8064275" y="887850"/>
            <a:chExt cx="581800" cy="582350"/>
          </a:xfrm>
        </p:grpSpPr>
        <p:sp>
          <p:nvSpPr>
            <p:cNvPr id="1311" name="Google Shape;1311;p26"/>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6"/>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6"/>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6"/>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6"/>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6"/>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7" name="Google Shape;1317;p26"/>
          <p:cNvGrpSpPr/>
          <p:nvPr/>
        </p:nvGrpSpPr>
        <p:grpSpPr>
          <a:xfrm flipH="1">
            <a:off x="8698650" y="1117488"/>
            <a:ext cx="292025" cy="292575"/>
            <a:chOff x="7353050" y="316275"/>
            <a:chExt cx="292025" cy="292575"/>
          </a:xfrm>
        </p:grpSpPr>
        <p:sp>
          <p:nvSpPr>
            <p:cNvPr id="1318" name="Google Shape;1318;p2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2" name="Google Shape;1322;p26"/>
          <p:cNvGrpSpPr/>
          <p:nvPr/>
        </p:nvGrpSpPr>
        <p:grpSpPr>
          <a:xfrm>
            <a:off x="8678350" y="1581800"/>
            <a:ext cx="175013" cy="27000"/>
            <a:chOff x="5662375" y="212375"/>
            <a:chExt cx="175013" cy="27000"/>
          </a:xfrm>
        </p:grpSpPr>
        <p:sp>
          <p:nvSpPr>
            <p:cNvPr id="1323" name="Google Shape;1323;p26"/>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6"/>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6"/>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8">
    <p:spTree>
      <p:nvGrpSpPr>
        <p:cNvPr id="1326" name="Shape 1326"/>
        <p:cNvGrpSpPr/>
        <p:nvPr/>
      </p:nvGrpSpPr>
      <p:grpSpPr>
        <a:xfrm>
          <a:off x="0" y="0"/>
          <a:ext cx="0" cy="0"/>
          <a:chOff x="0" y="0"/>
          <a:chExt cx="0" cy="0"/>
        </a:xfrm>
      </p:grpSpPr>
      <p:cxnSp>
        <p:nvCxnSpPr>
          <p:cNvPr id="1327" name="Google Shape;1327;p27"/>
          <p:cNvCxnSpPr/>
          <p:nvPr/>
        </p:nvCxnSpPr>
        <p:spPr>
          <a:xfrm rot="5400000">
            <a:off x="7269708" y="3324550"/>
            <a:ext cx="1133100" cy="306300"/>
          </a:xfrm>
          <a:prstGeom prst="straightConnector1">
            <a:avLst/>
          </a:prstGeom>
          <a:noFill/>
          <a:ln cap="flat" cmpd="sng" w="9525">
            <a:solidFill>
              <a:srgbClr val="1A2E35"/>
            </a:solidFill>
            <a:prstDash val="solid"/>
            <a:round/>
            <a:headEnd len="med" w="med" type="none"/>
            <a:tailEnd len="med" w="med" type="none"/>
          </a:ln>
        </p:spPr>
      </p:cxnSp>
      <p:cxnSp>
        <p:nvCxnSpPr>
          <p:cNvPr id="1328" name="Google Shape;1328;p27"/>
          <p:cNvCxnSpPr/>
          <p:nvPr/>
        </p:nvCxnSpPr>
        <p:spPr>
          <a:xfrm flipH="1" rot="-5400000">
            <a:off x="7181408" y="2082400"/>
            <a:ext cx="1342200" cy="315300"/>
          </a:xfrm>
          <a:prstGeom prst="straightConnector1">
            <a:avLst/>
          </a:prstGeom>
          <a:noFill/>
          <a:ln cap="flat" cmpd="sng" w="9525">
            <a:solidFill>
              <a:srgbClr val="1A2E35"/>
            </a:solidFill>
            <a:prstDash val="solid"/>
            <a:round/>
            <a:headEnd len="med" w="med" type="none"/>
            <a:tailEnd len="med" w="med" type="none"/>
          </a:ln>
        </p:spPr>
      </p:cxnSp>
      <p:cxnSp>
        <p:nvCxnSpPr>
          <p:cNvPr id="1329" name="Google Shape;1329;p27"/>
          <p:cNvCxnSpPr/>
          <p:nvPr/>
        </p:nvCxnSpPr>
        <p:spPr>
          <a:xfrm rot="5400000">
            <a:off x="7232433" y="736375"/>
            <a:ext cx="1332000" cy="392100"/>
          </a:xfrm>
          <a:prstGeom prst="straightConnector1">
            <a:avLst/>
          </a:prstGeom>
          <a:noFill/>
          <a:ln cap="flat" cmpd="sng" w="9525">
            <a:solidFill>
              <a:srgbClr val="1A2E35"/>
            </a:solidFill>
            <a:prstDash val="solid"/>
            <a:round/>
            <a:headEnd len="med" w="med" type="none"/>
            <a:tailEnd len="med" w="med" type="none"/>
          </a:ln>
        </p:spPr>
      </p:cxnSp>
      <p:cxnSp>
        <p:nvCxnSpPr>
          <p:cNvPr id="1330" name="Google Shape;1330;p27"/>
          <p:cNvCxnSpPr/>
          <p:nvPr/>
        </p:nvCxnSpPr>
        <p:spPr>
          <a:xfrm rot="5400000">
            <a:off x="8168433" y="-66600"/>
            <a:ext cx="273900" cy="407100"/>
          </a:xfrm>
          <a:prstGeom prst="straightConnector1">
            <a:avLst/>
          </a:prstGeom>
          <a:noFill/>
          <a:ln cap="flat" cmpd="sng" w="9525">
            <a:solidFill>
              <a:srgbClr val="1A2E35"/>
            </a:solidFill>
            <a:prstDash val="solid"/>
            <a:round/>
            <a:headEnd len="med" w="med" type="none"/>
            <a:tailEnd len="med" w="med" type="none"/>
          </a:ln>
        </p:spPr>
      </p:cxnSp>
      <p:grpSp>
        <p:nvGrpSpPr>
          <p:cNvPr id="1331" name="Google Shape;1331;p27"/>
          <p:cNvGrpSpPr/>
          <p:nvPr/>
        </p:nvGrpSpPr>
        <p:grpSpPr>
          <a:xfrm flipH="1" rot="5400000">
            <a:off x="7407333" y="1284925"/>
            <a:ext cx="581800" cy="582350"/>
            <a:chOff x="8064275" y="887850"/>
            <a:chExt cx="581800" cy="582350"/>
          </a:xfrm>
        </p:grpSpPr>
        <p:sp>
          <p:nvSpPr>
            <p:cNvPr id="1332" name="Google Shape;1332;p2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38" name="Google Shape;1338;p27"/>
          <p:cNvGrpSpPr/>
          <p:nvPr/>
        </p:nvGrpSpPr>
        <p:grpSpPr>
          <a:xfrm flipH="1" rot="5400000">
            <a:off x="7869720" y="2754200"/>
            <a:ext cx="292025" cy="292575"/>
            <a:chOff x="7353050" y="316275"/>
            <a:chExt cx="292025" cy="292575"/>
          </a:xfrm>
        </p:grpSpPr>
        <p:sp>
          <p:nvSpPr>
            <p:cNvPr id="1339" name="Google Shape;1339;p2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3" name="Google Shape;1343;p27"/>
          <p:cNvGrpSpPr/>
          <p:nvPr/>
        </p:nvGrpSpPr>
        <p:grpSpPr>
          <a:xfrm flipH="1" rot="5400000">
            <a:off x="8012458" y="178175"/>
            <a:ext cx="175000" cy="175000"/>
            <a:chOff x="8792300" y="321275"/>
            <a:chExt cx="175000" cy="175000"/>
          </a:xfrm>
        </p:grpSpPr>
        <p:sp>
          <p:nvSpPr>
            <p:cNvPr id="1344" name="Google Shape;1344;p27"/>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7"/>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7"/>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7"/>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8" name="Google Shape;1348;p27"/>
          <p:cNvGrpSpPr/>
          <p:nvPr/>
        </p:nvGrpSpPr>
        <p:grpSpPr>
          <a:xfrm rot="5400000">
            <a:off x="7551683" y="3879926"/>
            <a:ext cx="293111" cy="293388"/>
            <a:chOff x="3164039" y="430875"/>
            <a:chExt cx="293111" cy="293388"/>
          </a:xfrm>
        </p:grpSpPr>
        <p:sp>
          <p:nvSpPr>
            <p:cNvPr id="1349" name="Google Shape;1349;p27"/>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7"/>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7"/>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7"/>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7"/>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7"/>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5" name="Google Shape;1355;p27"/>
          <p:cNvGrpSpPr/>
          <p:nvPr/>
        </p:nvGrpSpPr>
        <p:grpSpPr>
          <a:xfrm flipH="1" rot="5400000">
            <a:off x="8259052" y="323144"/>
            <a:ext cx="175013" cy="27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7"/>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7"/>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359" name="Google Shape;1359;p27"/>
          <p:cNvCxnSpPr/>
          <p:nvPr/>
        </p:nvCxnSpPr>
        <p:spPr>
          <a:xfrm flipH="1" rot="5400000">
            <a:off x="740850" y="2598325"/>
            <a:ext cx="1672500" cy="126000"/>
          </a:xfrm>
          <a:prstGeom prst="straightConnector1">
            <a:avLst/>
          </a:prstGeom>
          <a:noFill/>
          <a:ln cap="flat" cmpd="sng" w="9525">
            <a:solidFill>
              <a:srgbClr val="1A2E35"/>
            </a:solidFill>
            <a:prstDash val="solid"/>
            <a:round/>
            <a:headEnd len="med" w="med" type="none"/>
            <a:tailEnd len="med" w="med" type="none"/>
          </a:ln>
        </p:spPr>
      </p:cxnSp>
      <p:cxnSp>
        <p:nvCxnSpPr>
          <p:cNvPr id="1360" name="Google Shape;1360;p27"/>
          <p:cNvCxnSpPr/>
          <p:nvPr/>
        </p:nvCxnSpPr>
        <p:spPr>
          <a:xfrm rot="-5400000">
            <a:off x="847100" y="3554000"/>
            <a:ext cx="829500" cy="743400"/>
          </a:xfrm>
          <a:prstGeom prst="straightConnector1">
            <a:avLst/>
          </a:prstGeom>
          <a:noFill/>
          <a:ln cap="flat" cmpd="sng" w="9525">
            <a:solidFill>
              <a:srgbClr val="1A2E35"/>
            </a:solidFill>
            <a:prstDash val="solid"/>
            <a:round/>
            <a:headEnd len="med" w="med" type="none"/>
            <a:tailEnd len="med" w="med" type="none"/>
          </a:ln>
        </p:spPr>
      </p:cxnSp>
      <p:cxnSp>
        <p:nvCxnSpPr>
          <p:cNvPr id="1361" name="Google Shape;1361;p27"/>
          <p:cNvCxnSpPr/>
          <p:nvPr/>
        </p:nvCxnSpPr>
        <p:spPr>
          <a:xfrm flipH="1" rot="5400000">
            <a:off x="1105775" y="4151250"/>
            <a:ext cx="796500" cy="1188000"/>
          </a:xfrm>
          <a:prstGeom prst="straightConnector1">
            <a:avLst/>
          </a:prstGeom>
          <a:noFill/>
          <a:ln cap="flat" cmpd="sng" w="9525">
            <a:solidFill>
              <a:srgbClr val="1A2E35"/>
            </a:solidFill>
            <a:prstDash val="solid"/>
            <a:round/>
            <a:headEnd len="med" w="med" type="none"/>
            <a:tailEnd len="med" w="med" type="none"/>
          </a:ln>
        </p:spPr>
      </p:cxnSp>
      <p:grpSp>
        <p:nvGrpSpPr>
          <p:cNvPr id="1362" name="Google Shape;1362;p27"/>
          <p:cNvGrpSpPr/>
          <p:nvPr/>
        </p:nvGrpSpPr>
        <p:grpSpPr>
          <a:xfrm rot="5400000">
            <a:off x="621475" y="4062025"/>
            <a:ext cx="581800" cy="582350"/>
            <a:chOff x="8064275" y="887850"/>
            <a:chExt cx="581800" cy="582350"/>
          </a:xfrm>
        </p:grpSpPr>
        <p:sp>
          <p:nvSpPr>
            <p:cNvPr id="1363" name="Google Shape;1363;p2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9" name="Google Shape;1369;p27"/>
          <p:cNvGrpSpPr/>
          <p:nvPr/>
        </p:nvGrpSpPr>
        <p:grpSpPr>
          <a:xfrm rot="5400000">
            <a:off x="1482825" y="3350800"/>
            <a:ext cx="292025" cy="292575"/>
            <a:chOff x="7353050" y="316275"/>
            <a:chExt cx="292025" cy="292575"/>
          </a:xfrm>
        </p:grpSpPr>
        <p:sp>
          <p:nvSpPr>
            <p:cNvPr id="1370" name="Google Shape;1370;p2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2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4" name="Google Shape;1374;p27"/>
          <p:cNvGrpSpPr/>
          <p:nvPr/>
        </p:nvGrpSpPr>
        <p:grpSpPr>
          <a:xfrm rot="5400000">
            <a:off x="1595125" y="4790325"/>
            <a:ext cx="175000" cy="175000"/>
            <a:chOff x="8792300" y="321275"/>
            <a:chExt cx="175000" cy="175000"/>
          </a:xfrm>
        </p:grpSpPr>
        <p:sp>
          <p:nvSpPr>
            <p:cNvPr id="1375" name="Google Shape;1375;p27"/>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7"/>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7"/>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7"/>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79" name="Google Shape;1379;p27"/>
          <p:cNvSpPr/>
          <p:nvPr/>
        </p:nvSpPr>
        <p:spPr>
          <a:xfrm rot="5400000">
            <a:off x="1377117" y="1688743"/>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7"/>
          <p:cNvSpPr/>
          <p:nvPr/>
        </p:nvSpPr>
        <p:spPr>
          <a:xfrm rot="5400000">
            <a:off x="1374876" y="1686211"/>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7"/>
          <p:cNvSpPr/>
          <p:nvPr/>
        </p:nvSpPr>
        <p:spPr>
          <a:xfrm rot="5400000">
            <a:off x="1413610" y="172523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7"/>
          <p:cNvSpPr/>
          <p:nvPr/>
        </p:nvSpPr>
        <p:spPr>
          <a:xfrm rot="5400000">
            <a:off x="1411362" y="1722714"/>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7"/>
          <p:cNvSpPr/>
          <p:nvPr/>
        </p:nvSpPr>
        <p:spPr>
          <a:xfrm rot="5400000">
            <a:off x="1453339" y="1764682"/>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7"/>
          <p:cNvSpPr/>
          <p:nvPr/>
        </p:nvSpPr>
        <p:spPr>
          <a:xfrm rot="5400000">
            <a:off x="1450946" y="1762579"/>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5" name="Google Shape;1385;p27"/>
          <p:cNvGrpSpPr/>
          <p:nvPr/>
        </p:nvGrpSpPr>
        <p:grpSpPr>
          <a:xfrm rot="5400000">
            <a:off x="1701119" y="1515381"/>
            <a:ext cx="175013" cy="27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7"/>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7"/>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9" name="Google Shape;1389;p27"/>
          <p:cNvGrpSpPr/>
          <p:nvPr/>
        </p:nvGrpSpPr>
        <p:grpSpPr>
          <a:xfrm rot="5400000">
            <a:off x="1819519" y="4562081"/>
            <a:ext cx="175013" cy="27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7"/>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7"/>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3" name="Google Shape;1393;p27"/>
          <p:cNvGrpSpPr/>
          <p:nvPr/>
        </p:nvGrpSpPr>
        <p:grpSpPr>
          <a:xfrm rot="5400000">
            <a:off x="408594" y="4140781"/>
            <a:ext cx="175013" cy="27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7"/>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7"/>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9">
    <p:spTree>
      <p:nvGrpSpPr>
        <p:cNvPr id="1397" name="Shape 1397"/>
        <p:cNvGrpSpPr/>
        <p:nvPr/>
      </p:nvGrpSpPr>
      <p:grpSpPr>
        <a:xfrm>
          <a:off x="0" y="0"/>
          <a:ext cx="0" cy="0"/>
          <a:chOff x="0" y="0"/>
          <a:chExt cx="0" cy="0"/>
        </a:xfrm>
      </p:grpSpPr>
      <p:grpSp>
        <p:nvGrpSpPr>
          <p:cNvPr id="1398" name="Google Shape;1398;p28"/>
          <p:cNvGrpSpPr/>
          <p:nvPr/>
        </p:nvGrpSpPr>
        <p:grpSpPr>
          <a:xfrm>
            <a:off x="261711" y="-1158"/>
            <a:ext cx="8550326" cy="3981600"/>
            <a:chOff x="261711" y="-1158"/>
            <a:chExt cx="8550326" cy="3981600"/>
          </a:xfrm>
        </p:grpSpPr>
        <p:cxnSp>
          <p:nvCxnSpPr>
            <p:cNvPr id="1399" name="Google Shape;1399;p28"/>
            <p:cNvCxnSpPr/>
            <p:nvPr/>
          </p:nvCxnSpPr>
          <p:spPr>
            <a:xfrm>
              <a:off x="515925" y="-1158"/>
              <a:ext cx="0" cy="3981600"/>
            </a:xfrm>
            <a:prstGeom prst="straightConnector1">
              <a:avLst/>
            </a:prstGeom>
            <a:noFill/>
            <a:ln cap="flat" cmpd="sng" w="9525">
              <a:solidFill>
                <a:srgbClr val="595959"/>
              </a:solidFill>
              <a:prstDash val="solid"/>
              <a:round/>
              <a:headEnd len="med" w="med" type="none"/>
              <a:tailEnd len="med" w="med" type="none"/>
            </a:ln>
          </p:spPr>
        </p:cxnSp>
        <p:cxnSp>
          <p:nvCxnSpPr>
            <p:cNvPr id="1400" name="Google Shape;1400;p28"/>
            <p:cNvCxnSpPr/>
            <p:nvPr/>
          </p:nvCxnSpPr>
          <p:spPr>
            <a:xfrm>
              <a:off x="8666025" y="-1158"/>
              <a:ext cx="0" cy="1902000"/>
            </a:xfrm>
            <a:prstGeom prst="straightConnector1">
              <a:avLst/>
            </a:prstGeom>
            <a:noFill/>
            <a:ln cap="flat" cmpd="sng" w="9525">
              <a:solidFill>
                <a:srgbClr val="595959"/>
              </a:solidFill>
              <a:prstDash val="solid"/>
              <a:round/>
              <a:headEnd len="med" w="med" type="none"/>
              <a:tailEnd len="med" w="med" type="none"/>
            </a:ln>
          </p:spPr>
        </p:cxnSp>
        <p:grpSp>
          <p:nvGrpSpPr>
            <p:cNvPr id="1401" name="Google Shape;1401;p28"/>
            <p:cNvGrpSpPr/>
            <p:nvPr/>
          </p:nvGrpSpPr>
          <p:grpSpPr>
            <a:xfrm rot="10800000">
              <a:off x="343275" y="3300779"/>
              <a:ext cx="344736" cy="345385"/>
              <a:chOff x="7353050" y="316275"/>
              <a:chExt cx="292025" cy="292575"/>
            </a:xfrm>
          </p:grpSpPr>
          <p:sp>
            <p:nvSpPr>
              <p:cNvPr id="1402" name="Google Shape;1402;p2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6" name="Google Shape;1406;p28"/>
            <p:cNvGrpSpPr/>
            <p:nvPr/>
          </p:nvGrpSpPr>
          <p:grpSpPr>
            <a:xfrm rot="10800000">
              <a:off x="8520013" y="714742"/>
              <a:ext cx="292025" cy="292575"/>
              <a:chOff x="7353050" y="316275"/>
              <a:chExt cx="292025" cy="292575"/>
            </a:xfrm>
          </p:grpSpPr>
          <p:sp>
            <p:nvSpPr>
              <p:cNvPr id="1407" name="Google Shape;1407;p2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2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1" name="Google Shape;1411;p28"/>
            <p:cNvGrpSpPr/>
            <p:nvPr/>
          </p:nvGrpSpPr>
          <p:grpSpPr>
            <a:xfrm rot="10800000">
              <a:off x="261711" y="465077"/>
              <a:ext cx="507562" cy="507984"/>
              <a:chOff x="8064275" y="887850"/>
              <a:chExt cx="581800" cy="582350"/>
            </a:xfrm>
          </p:grpSpPr>
          <p:sp>
            <p:nvSpPr>
              <p:cNvPr id="1412" name="Google Shape;1412;p28"/>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8"/>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8"/>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8"/>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8"/>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8"/>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20">
    <p:spTree>
      <p:nvGrpSpPr>
        <p:cNvPr id="1418" name="Shape 1418"/>
        <p:cNvGrpSpPr/>
        <p:nvPr/>
      </p:nvGrpSpPr>
      <p:grpSpPr>
        <a:xfrm>
          <a:off x="0" y="0"/>
          <a:ext cx="0" cy="0"/>
          <a:chOff x="0" y="0"/>
          <a:chExt cx="0" cy="0"/>
        </a:xfrm>
      </p:grpSpPr>
      <p:grpSp>
        <p:nvGrpSpPr>
          <p:cNvPr id="1419" name="Google Shape;1419;p29"/>
          <p:cNvGrpSpPr/>
          <p:nvPr/>
        </p:nvGrpSpPr>
        <p:grpSpPr>
          <a:xfrm>
            <a:off x="432850" y="0"/>
            <a:ext cx="8278300" cy="5165700"/>
            <a:chOff x="432850" y="0"/>
            <a:chExt cx="8278300" cy="5165700"/>
          </a:xfrm>
        </p:grpSpPr>
        <p:cxnSp>
          <p:nvCxnSpPr>
            <p:cNvPr id="1420" name="Google Shape;1420;p29"/>
            <p:cNvCxnSpPr/>
            <p:nvPr/>
          </p:nvCxnSpPr>
          <p:spPr>
            <a:xfrm rot="10800000">
              <a:off x="8420275" y="2664300"/>
              <a:ext cx="0" cy="2501400"/>
            </a:xfrm>
            <a:prstGeom prst="straightConnector1">
              <a:avLst/>
            </a:prstGeom>
            <a:noFill/>
            <a:ln cap="flat" cmpd="sng" w="9525">
              <a:solidFill>
                <a:srgbClr val="595959"/>
              </a:solidFill>
              <a:prstDash val="solid"/>
              <a:round/>
              <a:headEnd len="med" w="med" type="none"/>
              <a:tailEnd len="med" w="med" type="none"/>
            </a:ln>
          </p:spPr>
        </p:cxnSp>
        <p:grpSp>
          <p:nvGrpSpPr>
            <p:cNvPr id="1421" name="Google Shape;1421;p29"/>
            <p:cNvGrpSpPr/>
            <p:nvPr/>
          </p:nvGrpSpPr>
          <p:grpSpPr>
            <a:xfrm>
              <a:off x="8129350" y="4292175"/>
              <a:ext cx="581800" cy="582350"/>
              <a:chOff x="8064275" y="887850"/>
              <a:chExt cx="581800" cy="582350"/>
            </a:xfrm>
          </p:grpSpPr>
          <p:sp>
            <p:nvSpPr>
              <p:cNvPr id="1422" name="Google Shape;1422;p2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8" name="Google Shape;1428;p29"/>
            <p:cNvGrpSpPr/>
            <p:nvPr/>
          </p:nvGrpSpPr>
          <p:grpSpPr>
            <a:xfrm>
              <a:off x="8274238" y="3720600"/>
              <a:ext cx="292025" cy="292575"/>
              <a:chOff x="7353050" y="316275"/>
              <a:chExt cx="292025" cy="292575"/>
            </a:xfrm>
          </p:grpSpPr>
          <p:sp>
            <p:nvSpPr>
              <p:cNvPr id="1429" name="Google Shape;1429;p2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3" name="Google Shape;1433;p29"/>
            <p:cNvGrpSpPr/>
            <p:nvPr/>
          </p:nvGrpSpPr>
          <p:grpSpPr>
            <a:xfrm>
              <a:off x="8332763" y="3212475"/>
              <a:ext cx="175000" cy="175000"/>
              <a:chOff x="8792300" y="321275"/>
              <a:chExt cx="175000" cy="175000"/>
            </a:xfrm>
          </p:grpSpPr>
          <p:sp>
            <p:nvSpPr>
              <p:cNvPr id="1434" name="Google Shape;1434;p29"/>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9"/>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9"/>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9"/>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438" name="Google Shape;1438;p29"/>
            <p:cNvCxnSpPr/>
            <p:nvPr/>
          </p:nvCxnSpPr>
          <p:spPr>
            <a:xfrm>
              <a:off x="723725" y="613"/>
              <a:ext cx="0" cy="2501400"/>
            </a:xfrm>
            <a:prstGeom prst="straightConnector1">
              <a:avLst/>
            </a:prstGeom>
            <a:noFill/>
            <a:ln cap="flat" cmpd="sng" w="9525">
              <a:solidFill>
                <a:srgbClr val="595959"/>
              </a:solidFill>
              <a:prstDash val="solid"/>
              <a:round/>
              <a:headEnd len="med" w="med" type="none"/>
              <a:tailEnd len="med" w="med" type="none"/>
            </a:ln>
          </p:spPr>
        </p:cxnSp>
        <p:grpSp>
          <p:nvGrpSpPr>
            <p:cNvPr id="1439" name="Google Shape;1439;p29"/>
            <p:cNvGrpSpPr/>
            <p:nvPr/>
          </p:nvGrpSpPr>
          <p:grpSpPr>
            <a:xfrm rot="10800000">
              <a:off x="432850" y="291788"/>
              <a:ext cx="581800" cy="582350"/>
              <a:chOff x="8064275" y="887850"/>
              <a:chExt cx="581800" cy="582350"/>
            </a:xfrm>
          </p:grpSpPr>
          <p:sp>
            <p:nvSpPr>
              <p:cNvPr id="1440" name="Google Shape;1440;p2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6" name="Google Shape;1446;p29"/>
            <p:cNvGrpSpPr/>
            <p:nvPr/>
          </p:nvGrpSpPr>
          <p:grpSpPr>
            <a:xfrm rot="10800000">
              <a:off x="577738" y="1153138"/>
              <a:ext cx="292025" cy="292575"/>
              <a:chOff x="7353050" y="316275"/>
              <a:chExt cx="292025" cy="292575"/>
            </a:xfrm>
          </p:grpSpPr>
          <p:sp>
            <p:nvSpPr>
              <p:cNvPr id="1447" name="Google Shape;1447;p2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2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1" name="Google Shape;1451;p29"/>
            <p:cNvGrpSpPr/>
            <p:nvPr/>
          </p:nvGrpSpPr>
          <p:grpSpPr>
            <a:xfrm rot="10800000">
              <a:off x="636238" y="1778838"/>
              <a:ext cx="175000" cy="175000"/>
              <a:chOff x="8792300" y="321275"/>
              <a:chExt cx="175000" cy="175000"/>
            </a:xfrm>
          </p:grpSpPr>
          <p:sp>
            <p:nvSpPr>
              <p:cNvPr id="1452" name="Google Shape;1452;p29"/>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9"/>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9"/>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9"/>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6" name="Google Shape;1456;p29"/>
            <p:cNvGrpSpPr/>
            <p:nvPr/>
          </p:nvGrpSpPr>
          <p:grpSpPr>
            <a:xfrm>
              <a:off x="432850" y="2003163"/>
              <a:ext cx="175013" cy="27000"/>
              <a:chOff x="5662375" y="212375"/>
              <a:chExt cx="175013" cy="27000"/>
            </a:xfrm>
          </p:grpSpPr>
          <p:sp>
            <p:nvSpPr>
              <p:cNvPr id="1457" name="Google Shape;1457;p29"/>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9"/>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9"/>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0" name="Google Shape;1460;p29"/>
            <p:cNvGrpSpPr/>
            <p:nvPr/>
          </p:nvGrpSpPr>
          <p:grpSpPr>
            <a:xfrm>
              <a:off x="788100" y="208488"/>
              <a:ext cx="175013" cy="27000"/>
              <a:chOff x="5662375" y="212375"/>
              <a:chExt cx="175013" cy="27000"/>
            </a:xfrm>
          </p:grpSpPr>
          <p:sp>
            <p:nvSpPr>
              <p:cNvPr id="1461" name="Google Shape;1461;p29"/>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29"/>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29"/>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4" name="Google Shape;1464;p29"/>
            <p:cNvGrpSpPr/>
            <p:nvPr/>
          </p:nvGrpSpPr>
          <p:grpSpPr>
            <a:xfrm>
              <a:off x="8129350" y="4988725"/>
              <a:ext cx="175013" cy="27000"/>
              <a:chOff x="5662375" y="212375"/>
              <a:chExt cx="175013" cy="27000"/>
            </a:xfrm>
          </p:grpSpPr>
          <p:sp>
            <p:nvSpPr>
              <p:cNvPr id="1465" name="Google Shape;1465;p29"/>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29"/>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9"/>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8" name="Google Shape;1468;p29"/>
            <p:cNvGrpSpPr/>
            <p:nvPr/>
          </p:nvGrpSpPr>
          <p:grpSpPr>
            <a:xfrm>
              <a:off x="8497550" y="3429425"/>
              <a:ext cx="175013" cy="27000"/>
              <a:chOff x="5662375" y="212375"/>
              <a:chExt cx="175013" cy="27000"/>
            </a:xfrm>
          </p:grpSpPr>
          <p:sp>
            <p:nvSpPr>
              <p:cNvPr id="1469" name="Google Shape;1469;p29"/>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29"/>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9"/>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472" name="Google Shape;1472;p29"/>
            <p:cNvCxnSpPr/>
            <p:nvPr/>
          </p:nvCxnSpPr>
          <p:spPr>
            <a:xfrm>
              <a:off x="8407225" y="0"/>
              <a:ext cx="0" cy="2160900"/>
            </a:xfrm>
            <a:prstGeom prst="straightConnector1">
              <a:avLst/>
            </a:prstGeom>
            <a:noFill/>
            <a:ln cap="flat" cmpd="sng" w="9525">
              <a:solidFill>
                <a:srgbClr val="595959"/>
              </a:solidFill>
              <a:prstDash val="solid"/>
              <a:round/>
              <a:headEnd len="med" w="med" type="none"/>
              <a:tailEnd len="med" w="med" type="none"/>
            </a:ln>
          </p:spPr>
        </p:cxnSp>
        <p:cxnSp>
          <p:nvCxnSpPr>
            <p:cNvPr id="1473" name="Google Shape;1473;p29"/>
            <p:cNvCxnSpPr/>
            <p:nvPr/>
          </p:nvCxnSpPr>
          <p:spPr>
            <a:xfrm>
              <a:off x="718025" y="2985634"/>
              <a:ext cx="0" cy="2160900"/>
            </a:xfrm>
            <a:prstGeom prst="straightConnector1">
              <a:avLst/>
            </a:prstGeom>
            <a:noFill/>
            <a:ln cap="flat" cmpd="sng" w="9525">
              <a:solidFill>
                <a:srgbClr val="595959"/>
              </a:solidFill>
              <a:prstDash val="solid"/>
              <a:round/>
              <a:headEnd len="med" w="med" type="none"/>
              <a:tailEnd len="med" w="med" type="none"/>
            </a:ln>
          </p:spPr>
        </p:cxnSp>
        <p:sp>
          <p:nvSpPr>
            <p:cNvPr id="1474" name="Google Shape;1474;p29"/>
            <p:cNvSpPr/>
            <p:nvPr/>
          </p:nvSpPr>
          <p:spPr>
            <a:xfrm>
              <a:off x="671825" y="4587888"/>
              <a:ext cx="92400" cy="92400"/>
            </a:xfrm>
            <a:prstGeom prst="ellipse">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29"/>
            <p:cNvSpPr/>
            <p:nvPr/>
          </p:nvSpPr>
          <p:spPr>
            <a:xfrm>
              <a:off x="671825" y="3940338"/>
              <a:ext cx="92400" cy="92400"/>
            </a:xfrm>
            <a:prstGeom prst="ellipse">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9"/>
            <p:cNvSpPr/>
            <p:nvPr/>
          </p:nvSpPr>
          <p:spPr>
            <a:xfrm>
              <a:off x="8361025" y="1453500"/>
              <a:ext cx="92400" cy="92400"/>
            </a:xfrm>
            <a:prstGeom prst="ellipse">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29"/>
            <p:cNvSpPr/>
            <p:nvPr/>
          </p:nvSpPr>
          <p:spPr>
            <a:xfrm>
              <a:off x="8361025" y="234875"/>
              <a:ext cx="92400" cy="92400"/>
            </a:xfrm>
            <a:prstGeom prst="ellipse">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4">
  <p:cSld name="CUSTOM_21">
    <p:spTree>
      <p:nvGrpSpPr>
        <p:cNvPr id="1478" name="Shape 1478"/>
        <p:cNvGrpSpPr/>
        <p:nvPr/>
      </p:nvGrpSpPr>
      <p:grpSpPr>
        <a:xfrm>
          <a:off x="0" y="0"/>
          <a:ext cx="0" cy="0"/>
          <a:chOff x="0" y="0"/>
          <a:chExt cx="0" cy="0"/>
        </a:xfrm>
      </p:grpSpPr>
      <p:grpSp>
        <p:nvGrpSpPr>
          <p:cNvPr id="1479" name="Google Shape;1479;p30"/>
          <p:cNvGrpSpPr/>
          <p:nvPr/>
        </p:nvGrpSpPr>
        <p:grpSpPr>
          <a:xfrm>
            <a:off x="-6867" y="-6625"/>
            <a:ext cx="9152342" cy="5102050"/>
            <a:chOff x="-6867" y="-6625"/>
            <a:chExt cx="9152342" cy="5102050"/>
          </a:xfrm>
        </p:grpSpPr>
        <p:cxnSp>
          <p:nvCxnSpPr>
            <p:cNvPr id="1480" name="Google Shape;1480;p30"/>
            <p:cNvCxnSpPr/>
            <p:nvPr/>
          </p:nvCxnSpPr>
          <p:spPr>
            <a:xfrm>
              <a:off x="2904283" y="4513075"/>
              <a:ext cx="1133100" cy="306300"/>
            </a:xfrm>
            <a:prstGeom prst="straightConnector1">
              <a:avLst/>
            </a:prstGeom>
            <a:noFill/>
            <a:ln cap="flat" cmpd="sng" w="9525">
              <a:solidFill>
                <a:schemeClr val="dk2"/>
              </a:solidFill>
              <a:prstDash val="solid"/>
              <a:round/>
              <a:headEnd len="med" w="med" type="none"/>
              <a:tailEnd len="med" w="med" type="none"/>
            </a:ln>
          </p:spPr>
        </p:cxnSp>
        <p:cxnSp>
          <p:nvCxnSpPr>
            <p:cNvPr id="1481" name="Google Shape;1481;p30"/>
            <p:cNvCxnSpPr/>
            <p:nvPr/>
          </p:nvCxnSpPr>
          <p:spPr>
            <a:xfrm flipH="1" rot="10800000">
              <a:off x="1562083" y="4492325"/>
              <a:ext cx="1342200" cy="315300"/>
            </a:xfrm>
            <a:prstGeom prst="straightConnector1">
              <a:avLst/>
            </a:prstGeom>
            <a:noFill/>
            <a:ln cap="flat" cmpd="sng" w="9525">
              <a:solidFill>
                <a:schemeClr val="dk2"/>
              </a:solidFill>
              <a:prstDash val="solid"/>
              <a:round/>
              <a:headEnd len="med" w="med" type="none"/>
              <a:tailEnd len="med" w="med" type="none"/>
            </a:ln>
          </p:spPr>
        </p:cxnSp>
        <p:cxnSp>
          <p:nvCxnSpPr>
            <p:cNvPr id="1482" name="Google Shape;1482;p30"/>
            <p:cNvCxnSpPr/>
            <p:nvPr/>
          </p:nvCxnSpPr>
          <p:spPr>
            <a:xfrm>
              <a:off x="259558" y="4408000"/>
              <a:ext cx="1332000" cy="392100"/>
            </a:xfrm>
            <a:prstGeom prst="straightConnector1">
              <a:avLst/>
            </a:prstGeom>
            <a:noFill/>
            <a:ln cap="flat" cmpd="sng" w="9525">
              <a:solidFill>
                <a:schemeClr val="dk2"/>
              </a:solidFill>
              <a:prstDash val="solid"/>
              <a:round/>
              <a:headEnd len="med" w="med" type="none"/>
              <a:tailEnd len="med" w="med" type="none"/>
            </a:ln>
          </p:spPr>
        </p:cxnSp>
        <p:cxnSp>
          <p:nvCxnSpPr>
            <p:cNvPr id="1483" name="Google Shape;1483;p30"/>
            <p:cNvCxnSpPr/>
            <p:nvPr/>
          </p:nvCxnSpPr>
          <p:spPr>
            <a:xfrm>
              <a:off x="-6867" y="3993550"/>
              <a:ext cx="273900" cy="407100"/>
            </a:xfrm>
            <a:prstGeom prst="straightConnector1">
              <a:avLst/>
            </a:prstGeom>
            <a:noFill/>
            <a:ln cap="flat" cmpd="sng" w="9525">
              <a:solidFill>
                <a:schemeClr val="dk2"/>
              </a:solidFill>
              <a:prstDash val="solid"/>
              <a:round/>
              <a:headEnd len="med" w="med" type="none"/>
              <a:tailEnd len="med" w="med" type="none"/>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3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3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3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3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30"/>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0"/>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30"/>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0"/>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0"/>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0"/>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0"/>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30"/>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0"/>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0"/>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512" name="Google Shape;1512;p30"/>
            <p:cNvCxnSpPr/>
            <p:nvPr/>
          </p:nvCxnSpPr>
          <p:spPr>
            <a:xfrm rot="10800000">
              <a:off x="5995050" y="226600"/>
              <a:ext cx="1504500" cy="224700"/>
            </a:xfrm>
            <a:prstGeom prst="straightConnector1">
              <a:avLst/>
            </a:prstGeom>
            <a:noFill/>
            <a:ln cap="flat" cmpd="sng" w="9525">
              <a:solidFill>
                <a:schemeClr val="dk2"/>
              </a:solidFill>
              <a:prstDash val="solid"/>
              <a:round/>
              <a:headEnd len="med" w="med" type="none"/>
              <a:tailEnd len="med" w="med" type="none"/>
            </a:ln>
          </p:spPr>
        </p:cxnSp>
        <p:cxnSp>
          <p:nvCxnSpPr>
            <p:cNvPr id="1513" name="Google Shape;1513;p30"/>
            <p:cNvCxnSpPr/>
            <p:nvPr/>
          </p:nvCxnSpPr>
          <p:spPr>
            <a:xfrm rot="10800000">
              <a:off x="7512925" y="457850"/>
              <a:ext cx="829500" cy="743400"/>
            </a:xfrm>
            <a:prstGeom prst="straightConnector1">
              <a:avLst/>
            </a:prstGeom>
            <a:noFill/>
            <a:ln cap="flat" cmpd="sng" w="9525">
              <a:solidFill>
                <a:schemeClr val="dk2"/>
              </a:solidFill>
              <a:prstDash val="solid"/>
              <a:round/>
              <a:headEnd len="med" w="med" type="none"/>
              <a:tailEnd len="med" w="med" type="none"/>
            </a:ln>
          </p:spPr>
        </p:cxnSp>
        <p:cxnSp>
          <p:nvCxnSpPr>
            <p:cNvPr id="1514" name="Google Shape;1514;p30"/>
            <p:cNvCxnSpPr/>
            <p:nvPr/>
          </p:nvCxnSpPr>
          <p:spPr>
            <a:xfrm flipH="1">
              <a:off x="8348975" y="-6625"/>
              <a:ext cx="796500" cy="1188000"/>
            </a:xfrm>
            <a:prstGeom prst="straightConnector1">
              <a:avLst/>
            </a:prstGeom>
            <a:noFill/>
            <a:ln cap="flat" cmpd="sng" w="9525">
              <a:solidFill>
                <a:schemeClr val="dk2"/>
              </a:solidFill>
              <a:prstDash val="solid"/>
              <a:round/>
              <a:headEnd len="med" w="med" type="none"/>
              <a:tailEnd len="med" w="med" type="none"/>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3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3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3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3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3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30"/>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30"/>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30"/>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32" name="Google Shape;1532;p30"/>
            <p:cNvSpPr/>
            <p:nvPr/>
          </p:nvSpPr>
          <p:spPr>
            <a:xfrm>
              <a:off x="5829305" y="687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30"/>
            <p:cNvSpPr/>
            <p:nvPr/>
          </p:nvSpPr>
          <p:spPr>
            <a:xfrm>
              <a:off x="5827050" y="661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30"/>
            <p:cNvSpPr/>
            <p:nvPr/>
          </p:nvSpPr>
          <p:spPr>
            <a:xfrm>
              <a:off x="5865794" y="1052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30"/>
            <p:cNvSpPr/>
            <p:nvPr/>
          </p:nvSpPr>
          <p:spPr>
            <a:xfrm>
              <a:off x="5863552" y="1026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30"/>
            <p:cNvSpPr/>
            <p:nvPr/>
          </p:nvSpPr>
          <p:spPr>
            <a:xfrm>
              <a:off x="5905382" y="1447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30"/>
            <p:cNvSpPr/>
            <p:nvPr/>
          </p:nvSpPr>
          <p:spPr>
            <a:xfrm>
              <a:off x="5903140" y="1425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30"/>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30"/>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30"/>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30"/>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CUSTOM_22">
    <p:spTree>
      <p:nvGrpSpPr>
        <p:cNvPr id="1546" name="Shape 1546"/>
        <p:cNvGrpSpPr/>
        <p:nvPr/>
      </p:nvGrpSpPr>
      <p:grpSpPr>
        <a:xfrm>
          <a:off x="0" y="0"/>
          <a:ext cx="0" cy="0"/>
          <a:chOff x="0" y="0"/>
          <a:chExt cx="0" cy="0"/>
        </a:xfrm>
      </p:grpSpPr>
      <p:grpSp>
        <p:nvGrpSpPr>
          <p:cNvPr id="1547" name="Google Shape;1547;p31"/>
          <p:cNvGrpSpPr/>
          <p:nvPr/>
        </p:nvGrpSpPr>
        <p:grpSpPr>
          <a:xfrm>
            <a:off x="1349626" y="598417"/>
            <a:ext cx="6453730" cy="3631136"/>
            <a:chOff x="365750" y="1285025"/>
            <a:chExt cx="6934275" cy="3315500"/>
          </a:xfrm>
        </p:grpSpPr>
        <p:sp>
          <p:nvSpPr>
            <p:cNvPr id="1548" name="Google Shape;1548;p31"/>
            <p:cNvSpPr/>
            <p:nvPr/>
          </p:nvSpPr>
          <p:spPr>
            <a:xfrm>
              <a:off x="365750" y="1285025"/>
              <a:ext cx="6934275" cy="3315500"/>
            </a:xfrm>
            <a:custGeom>
              <a:rect b="b" l="l" r="r" t="t"/>
              <a:pathLst>
                <a:path extrusionOk="0" h="132620" w="277371">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31"/>
            <p:cNvSpPr/>
            <p:nvPr/>
          </p:nvSpPr>
          <p:spPr>
            <a:xfrm>
              <a:off x="417100" y="1285575"/>
              <a:ext cx="6842700" cy="3314500"/>
            </a:xfrm>
            <a:custGeom>
              <a:rect b="b" l="l" r="r" t="t"/>
              <a:pathLst>
                <a:path extrusionOk="0" h="132580" w="273708">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50" name="Google Shape;1550;p31"/>
          <p:cNvSpPr txBox="1"/>
          <p:nvPr>
            <p:ph type="title"/>
          </p:nvPr>
        </p:nvSpPr>
        <p:spPr>
          <a:xfrm>
            <a:off x="2624328" y="1018528"/>
            <a:ext cx="3904500" cy="1902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p:txBody>
      </p:sp>
      <p:grpSp>
        <p:nvGrpSpPr>
          <p:cNvPr id="1551" name="Google Shape;1551;p31"/>
          <p:cNvGrpSpPr/>
          <p:nvPr/>
        </p:nvGrpSpPr>
        <p:grpSpPr>
          <a:xfrm>
            <a:off x="-6867" y="-6625"/>
            <a:ext cx="9152342" cy="5102050"/>
            <a:chOff x="-6867" y="-6625"/>
            <a:chExt cx="9152342" cy="5102050"/>
          </a:xfrm>
        </p:grpSpPr>
        <p:cxnSp>
          <p:nvCxnSpPr>
            <p:cNvPr id="1552" name="Google Shape;1552;p31"/>
            <p:cNvCxnSpPr/>
            <p:nvPr/>
          </p:nvCxnSpPr>
          <p:spPr>
            <a:xfrm>
              <a:off x="2904283" y="4513075"/>
              <a:ext cx="1133100" cy="306300"/>
            </a:xfrm>
            <a:prstGeom prst="straightConnector1">
              <a:avLst/>
            </a:prstGeom>
            <a:noFill/>
            <a:ln cap="flat" cmpd="sng" w="9525">
              <a:solidFill>
                <a:srgbClr val="595959"/>
              </a:solidFill>
              <a:prstDash val="solid"/>
              <a:round/>
              <a:headEnd len="med" w="med" type="none"/>
              <a:tailEnd len="med" w="med" type="none"/>
            </a:ln>
          </p:spPr>
        </p:cxnSp>
        <p:cxnSp>
          <p:nvCxnSpPr>
            <p:cNvPr id="1553" name="Google Shape;1553;p31"/>
            <p:cNvCxnSpPr/>
            <p:nvPr/>
          </p:nvCxnSpPr>
          <p:spPr>
            <a:xfrm flipH="1" rot="10800000">
              <a:off x="1562083" y="4492325"/>
              <a:ext cx="1342200" cy="315300"/>
            </a:xfrm>
            <a:prstGeom prst="straightConnector1">
              <a:avLst/>
            </a:prstGeom>
            <a:noFill/>
            <a:ln cap="flat" cmpd="sng" w="9525">
              <a:solidFill>
                <a:srgbClr val="595959"/>
              </a:solidFill>
              <a:prstDash val="solid"/>
              <a:round/>
              <a:headEnd len="med" w="med" type="none"/>
              <a:tailEnd len="med" w="med" type="none"/>
            </a:ln>
          </p:spPr>
        </p:cxnSp>
        <p:cxnSp>
          <p:nvCxnSpPr>
            <p:cNvPr id="1554" name="Google Shape;1554;p31"/>
            <p:cNvCxnSpPr/>
            <p:nvPr/>
          </p:nvCxnSpPr>
          <p:spPr>
            <a:xfrm>
              <a:off x="259558" y="4408000"/>
              <a:ext cx="1332000" cy="392100"/>
            </a:xfrm>
            <a:prstGeom prst="straightConnector1">
              <a:avLst/>
            </a:prstGeom>
            <a:noFill/>
            <a:ln cap="flat" cmpd="sng" w="9525">
              <a:solidFill>
                <a:srgbClr val="595959"/>
              </a:solidFill>
              <a:prstDash val="solid"/>
              <a:round/>
              <a:headEnd len="med" w="med" type="none"/>
              <a:tailEnd len="med" w="med" type="none"/>
            </a:ln>
          </p:spPr>
        </p:cxnSp>
        <p:cxnSp>
          <p:nvCxnSpPr>
            <p:cNvPr id="1555" name="Google Shape;1555;p31"/>
            <p:cNvCxnSpPr/>
            <p:nvPr/>
          </p:nvCxnSpPr>
          <p:spPr>
            <a:xfrm>
              <a:off x="-6867" y="3993550"/>
              <a:ext cx="273900" cy="407100"/>
            </a:xfrm>
            <a:prstGeom prst="straightConnector1">
              <a:avLst/>
            </a:prstGeom>
            <a:noFill/>
            <a:ln cap="flat" cmpd="sng" w="9525">
              <a:solidFill>
                <a:srgbClr val="595959"/>
              </a:solidFill>
              <a:prstDash val="solid"/>
              <a:round/>
              <a:headEnd len="med" w="med" type="none"/>
              <a:tailEnd len="med" w="med" type="none"/>
            </a:ln>
          </p:spPr>
        </p:cxnSp>
        <p:grpSp>
          <p:nvGrpSpPr>
            <p:cNvPr id="1556" name="Google Shape;1556;p31"/>
            <p:cNvGrpSpPr/>
            <p:nvPr/>
          </p:nvGrpSpPr>
          <p:grpSpPr>
            <a:xfrm flipH="1">
              <a:off x="1278333" y="4513075"/>
              <a:ext cx="581800" cy="582350"/>
              <a:chOff x="8064275" y="887850"/>
              <a:chExt cx="581800" cy="582350"/>
            </a:xfrm>
          </p:grpSpPr>
          <p:sp>
            <p:nvSpPr>
              <p:cNvPr id="1557" name="Google Shape;1557;p3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3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3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3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3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3" name="Google Shape;1563;p31"/>
            <p:cNvGrpSpPr/>
            <p:nvPr/>
          </p:nvGrpSpPr>
          <p:grpSpPr>
            <a:xfrm flipH="1">
              <a:off x="2747608" y="4340463"/>
              <a:ext cx="292025" cy="292575"/>
              <a:chOff x="7353050" y="316275"/>
              <a:chExt cx="292025" cy="292575"/>
            </a:xfrm>
          </p:grpSpPr>
          <p:sp>
            <p:nvSpPr>
              <p:cNvPr id="1564" name="Google Shape;1564;p3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3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3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3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8" name="Google Shape;1568;p31"/>
            <p:cNvGrpSpPr/>
            <p:nvPr/>
          </p:nvGrpSpPr>
          <p:grpSpPr>
            <a:xfrm flipH="1">
              <a:off x="171308" y="4315025"/>
              <a:ext cx="175000" cy="175000"/>
              <a:chOff x="8792300" y="321275"/>
              <a:chExt cx="175000" cy="175000"/>
            </a:xfrm>
          </p:grpSpPr>
          <p:sp>
            <p:nvSpPr>
              <p:cNvPr id="1569" name="Google Shape;1569;p31"/>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31"/>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31"/>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31"/>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3" name="Google Shape;1573;p31"/>
            <p:cNvGrpSpPr/>
            <p:nvPr/>
          </p:nvGrpSpPr>
          <p:grpSpPr>
            <a:xfrm>
              <a:off x="3873197" y="4657550"/>
              <a:ext cx="293111" cy="293388"/>
              <a:chOff x="3164039" y="430875"/>
              <a:chExt cx="293111" cy="293388"/>
            </a:xfrm>
          </p:grpSpPr>
          <p:sp>
            <p:nvSpPr>
              <p:cNvPr id="1574" name="Google Shape;1574;p31"/>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31"/>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31"/>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31"/>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31"/>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31"/>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80" name="Google Shape;1580;p31"/>
            <p:cNvGrpSpPr/>
            <p:nvPr/>
          </p:nvGrpSpPr>
          <p:grpSpPr>
            <a:xfrm flipH="1">
              <a:off x="242270" y="4142425"/>
              <a:ext cx="175013" cy="27000"/>
              <a:chOff x="5662375" y="212375"/>
              <a:chExt cx="175013" cy="27000"/>
            </a:xfrm>
          </p:grpSpPr>
          <p:sp>
            <p:nvSpPr>
              <p:cNvPr id="1581" name="Google Shape;1581;p31"/>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31"/>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31"/>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584" name="Google Shape;1584;p31"/>
            <p:cNvCxnSpPr/>
            <p:nvPr/>
          </p:nvCxnSpPr>
          <p:spPr>
            <a:xfrm rot="10800000">
              <a:off x="5995050" y="226600"/>
              <a:ext cx="1504500" cy="224700"/>
            </a:xfrm>
            <a:prstGeom prst="straightConnector1">
              <a:avLst/>
            </a:prstGeom>
            <a:noFill/>
            <a:ln cap="flat" cmpd="sng" w="9525">
              <a:solidFill>
                <a:srgbClr val="595959"/>
              </a:solidFill>
              <a:prstDash val="solid"/>
              <a:round/>
              <a:headEnd len="med" w="med" type="none"/>
              <a:tailEnd len="med" w="med" type="none"/>
            </a:ln>
          </p:spPr>
        </p:cxnSp>
        <p:cxnSp>
          <p:nvCxnSpPr>
            <p:cNvPr id="1585" name="Google Shape;1585;p31"/>
            <p:cNvCxnSpPr/>
            <p:nvPr/>
          </p:nvCxnSpPr>
          <p:spPr>
            <a:xfrm rot="10800000">
              <a:off x="7512925" y="457850"/>
              <a:ext cx="829500" cy="743400"/>
            </a:xfrm>
            <a:prstGeom prst="straightConnector1">
              <a:avLst/>
            </a:prstGeom>
            <a:noFill/>
            <a:ln cap="flat" cmpd="sng" w="9525">
              <a:solidFill>
                <a:srgbClr val="595959"/>
              </a:solidFill>
              <a:prstDash val="solid"/>
              <a:round/>
              <a:headEnd len="med" w="med" type="none"/>
              <a:tailEnd len="med" w="med" type="none"/>
            </a:ln>
          </p:spPr>
        </p:cxnSp>
        <p:cxnSp>
          <p:nvCxnSpPr>
            <p:cNvPr id="1586" name="Google Shape;1586;p31"/>
            <p:cNvCxnSpPr/>
            <p:nvPr/>
          </p:nvCxnSpPr>
          <p:spPr>
            <a:xfrm flipH="1">
              <a:off x="8348975" y="-6625"/>
              <a:ext cx="796500" cy="1188000"/>
            </a:xfrm>
            <a:prstGeom prst="straightConnector1">
              <a:avLst/>
            </a:prstGeom>
            <a:noFill/>
            <a:ln cap="flat" cmpd="sng" w="9525">
              <a:solidFill>
                <a:srgbClr val="595959"/>
              </a:solidFill>
              <a:prstDash val="solid"/>
              <a:round/>
              <a:headEnd len="med" w="med" type="none"/>
              <a:tailEnd len="med" w="med" type="none"/>
            </a:ln>
          </p:spPr>
        </p:cxnSp>
        <p:grpSp>
          <p:nvGrpSpPr>
            <p:cNvPr id="1587" name="Google Shape;1587;p31"/>
            <p:cNvGrpSpPr/>
            <p:nvPr/>
          </p:nvGrpSpPr>
          <p:grpSpPr>
            <a:xfrm>
              <a:off x="8064275" y="1040250"/>
              <a:ext cx="581800" cy="582350"/>
              <a:chOff x="8064275" y="887850"/>
              <a:chExt cx="581800" cy="582350"/>
            </a:xfrm>
          </p:grpSpPr>
          <p:sp>
            <p:nvSpPr>
              <p:cNvPr id="1588" name="Google Shape;1588;p3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3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3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3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3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3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4" name="Google Shape;1594;p31"/>
            <p:cNvGrpSpPr/>
            <p:nvPr/>
          </p:nvGrpSpPr>
          <p:grpSpPr>
            <a:xfrm>
              <a:off x="7353050" y="316275"/>
              <a:ext cx="292025" cy="292575"/>
              <a:chOff x="7353050" y="316275"/>
              <a:chExt cx="292025" cy="292575"/>
            </a:xfrm>
          </p:grpSpPr>
          <p:sp>
            <p:nvSpPr>
              <p:cNvPr id="1595" name="Google Shape;1595;p3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3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3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3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9" name="Google Shape;1599;p31"/>
            <p:cNvGrpSpPr/>
            <p:nvPr/>
          </p:nvGrpSpPr>
          <p:grpSpPr>
            <a:xfrm>
              <a:off x="8792300" y="321275"/>
              <a:ext cx="175000" cy="175000"/>
              <a:chOff x="8792300" y="321275"/>
              <a:chExt cx="175000" cy="175000"/>
            </a:xfrm>
          </p:grpSpPr>
          <p:sp>
            <p:nvSpPr>
              <p:cNvPr id="1600" name="Google Shape;1600;p31"/>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31"/>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31"/>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31"/>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04" name="Google Shape;1604;p31"/>
            <p:cNvSpPr/>
            <p:nvPr/>
          </p:nvSpPr>
          <p:spPr>
            <a:xfrm>
              <a:off x="5829305" y="687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31"/>
            <p:cNvSpPr/>
            <p:nvPr/>
          </p:nvSpPr>
          <p:spPr>
            <a:xfrm>
              <a:off x="5827050" y="661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31"/>
            <p:cNvSpPr/>
            <p:nvPr/>
          </p:nvSpPr>
          <p:spPr>
            <a:xfrm>
              <a:off x="5865794" y="1052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31"/>
            <p:cNvSpPr/>
            <p:nvPr/>
          </p:nvSpPr>
          <p:spPr>
            <a:xfrm>
              <a:off x="5863552" y="1026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31"/>
            <p:cNvSpPr/>
            <p:nvPr/>
          </p:nvSpPr>
          <p:spPr>
            <a:xfrm>
              <a:off x="5905382" y="1447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31"/>
            <p:cNvSpPr/>
            <p:nvPr/>
          </p:nvSpPr>
          <p:spPr>
            <a:xfrm>
              <a:off x="5903140" y="1425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10" name="Google Shape;1610;p31"/>
            <p:cNvGrpSpPr/>
            <p:nvPr/>
          </p:nvGrpSpPr>
          <p:grpSpPr>
            <a:xfrm>
              <a:off x="8490050" y="170875"/>
              <a:ext cx="175013" cy="27000"/>
              <a:chOff x="5662375" y="212375"/>
              <a:chExt cx="175013" cy="27000"/>
            </a:xfrm>
          </p:grpSpPr>
          <p:sp>
            <p:nvSpPr>
              <p:cNvPr id="1611" name="Google Shape;1611;p31"/>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31"/>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31"/>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4" name="Google Shape;1614;p31"/>
            <p:cNvGrpSpPr/>
            <p:nvPr/>
          </p:nvGrpSpPr>
          <p:grpSpPr>
            <a:xfrm>
              <a:off x="8678350" y="1658000"/>
              <a:ext cx="175013" cy="27000"/>
              <a:chOff x="5662375" y="212375"/>
              <a:chExt cx="175013" cy="27000"/>
            </a:xfrm>
          </p:grpSpPr>
          <p:sp>
            <p:nvSpPr>
              <p:cNvPr id="1615" name="Google Shape;1615;p31"/>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31"/>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31"/>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618" name="Google Shape;1618;p31"/>
          <p:cNvSpPr txBox="1"/>
          <p:nvPr>
            <p:ph idx="1" type="subTitle"/>
          </p:nvPr>
        </p:nvSpPr>
        <p:spPr>
          <a:xfrm>
            <a:off x="3639300" y="2596896"/>
            <a:ext cx="1865400" cy="61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3">
    <p:spTree>
      <p:nvGrpSpPr>
        <p:cNvPr id="1619" name="Shape 1619"/>
        <p:cNvGrpSpPr/>
        <p:nvPr/>
      </p:nvGrpSpPr>
      <p:grpSpPr>
        <a:xfrm>
          <a:off x="0" y="0"/>
          <a:ext cx="0" cy="0"/>
          <a:chOff x="0" y="0"/>
          <a:chExt cx="0" cy="0"/>
        </a:xfrm>
      </p:grpSpPr>
      <p:sp>
        <p:nvSpPr>
          <p:cNvPr id="1620" name="Google Shape;1620;p32"/>
          <p:cNvSpPr txBox="1"/>
          <p:nvPr>
            <p:ph idx="1" type="body"/>
          </p:nvPr>
        </p:nvSpPr>
        <p:spPr>
          <a:xfrm>
            <a:off x="1881350" y="1246850"/>
            <a:ext cx="2133300" cy="3524400"/>
          </a:xfrm>
          <a:prstGeom prst="rect">
            <a:avLst/>
          </a:prstGeom>
          <a:noFill/>
          <a:ln>
            <a:noFill/>
          </a:ln>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solidFill>
                  <a:schemeClr val="dk2"/>
                </a:solidFill>
                <a:latin typeface="Barlow Semi Condensed"/>
                <a:ea typeface="Barlow Semi Condensed"/>
                <a:cs typeface="Barlow Semi Condensed"/>
                <a:sym typeface="Barlow Semi Condensed"/>
              </a:defRPr>
            </a:lvl1pPr>
            <a:lvl2pPr indent="-317500" lvl="1" marL="9144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2pPr>
            <a:lvl3pPr indent="-317500" lvl="2" marL="13716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3pPr>
            <a:lvl4pPr indent="-317500" lvl="3" marL="18288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4pPr>
            <a:lvl5pPr indent="-317500" lvl="4" marL="22860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5pPr>
            <a:lvl6pPr indent="-317500" lvl="5" marL="27432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6pPr>
            <a:lvl7pPr indent="-317500" lvl="6" marL="32004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7pPr>
            <a:lvl8pPr indent="-317500" lvl="7" marL="36576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8pPr>
            <a:lvl9pPr indent="-317500" lvl="8" marL="41148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9pPr>
          </a:lstStyle>
          <a:p/>
        </p:txBody>
      </p:sp>
      <p:sp>
        <p:nvSpPr>
          <p:cNvPr id="1621" name="Google Shape;1621;p32"/>
          <p:cNvSpPr txBox="1"/>
          <p:nvPr>
            <p:ph idx="2" type="body"/>
          </p:nvPr>
        </p:nvSpPr>
        <p:spPr>
          <a:xfrm>
            <a:off x="4220325" y="1246850"/>
            <a:ext cx="3099900" cy="3524400"/>
          </a:xfrm>
          <a:prstGeom prst="rect">
            <a:avLst/>
          </a:prstGeom>
          <a:noFill/>
          <a:ln>
            <a:noFill/>
          </a:ln>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solidFill>
                  <a:schemeClr val="dk2"/>
                </a:solidFill>
                <a:latin typeface="Barlow Semi Condensed"/>
                <a:ea typeface="Barlow Semi Condensed"/>
                <a:cs typeface="Barlow Semi Condensed"/>
                <a:sym typeface="Barlow Semi Condensed"/>
              </a:defRPr>
            </a:lvl1pPr>
            <a:lvl2pPr indent="-317500" lvl="1" marL="9144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2pPr>
            <a:lvl3pPr indent="-317500" lvl="2" marL="13716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3pPr>
            <a:lvl4pPr indent="-317500" lvl="3" marL="18288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4pPr>
            <a:lvl5pPr indent="-317500" lvl="4" marL="22860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5pPr>
            <a:lvl6pPr indent="-317500" lvl="5" marL="27432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6pPr>
            <a:lvl7pPr indent="-317500" lvl="6" marL="32004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7pPr>
            <a:lvl8pPr indent="-317500" lvl="7" marL="36576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8pPr>
            <a:lvl9pPr indent="-317500" lvl="8" marL="41148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9pPr>
          </a:lstStyle>
          <a:p/>
        </p:txBody>
      </p:sp>
      <p:sp>
        <p:nvSpPr>
          <p:cNvPr id="1622" name="Google Shape;1622;p32"/>
          <p:cNvSpPr txBox="1"/>
          <p:nvPr>
            <p:ph type="title"/>
          </p:nvPr>
        </p:nvSpPr>
        <p:spPr>
          <a:xfrm>
            <a:off x="2532888" y="338328"/>
            <a:ext cx="4087500" cy="576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grpSp>
        <p:nvGrpSpPr>
          <p:cNvPr id="1623" name="Google Shape;1623;p32"/>
          <p:cNvGrpSpPr/>
          <p:nvPr/>
        </p:nvGrpSpPr>
        <p:grpSpPr>
          <a:xfrm>
            <a:off x="432850" y="0"/>
            <a:ext cx="8278300" cy="5165700"/>
            <a:chOff x="432850" y="0"/>
            <a:chExt cx="8278300" cy="5165700"/>
          </a:xfrm>
        </p:grpSpPr>
        <p:cxnSp>
          <p:nvCxnSpPr>
            <p:cNvPr id="1624" name="Google Shape;1624;p32"/>
            <p:cNvCxnSpPr/>
            <p:nvPr/>
          </p:nvCxnSpPr>
          <p:spPr>
            <a:xfrm rot="10800000">
              <a:off x="8420275" y="2664300"/>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1625" name="Google Shape;1625;p32"/>
            <p:cNvGrpSpPr/>
            <p:nvPr/>
          </p:nvGrpSpPr>
          <p:grpSpPr>
            <a:xfrm>
              <a:off x="8129350" y="4292175"/>
              <a:ext cx="581800" cy="582350"/>
              <a:chOff x="8064275" y="887850"/>
              <a:chExt cx="581800" cy="582350"/>
            </a:xfrm>
          </p:grpSpPr>
          <p:sp>
            <p:nvSpPr>
              <p:cNvPr id="1626" name="Google Shape;1626;p3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3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3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3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3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3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2" name="Google Shape;1632;p32"/>
            <p:cNvGrpSpPr/>
            <p:nvPr/>
          </p:nvGrpSpPr>
          <p:grpSpPr>
            <a:xfrm>
              <a:off x="8274238" y="3720600"/>
              <a:ext cx="292025" cy="292575"/>
              <a:chOff x="7353050" y="316275"/>
              <a:chExt cx="292025" cy="292575"/>
            </a:xfrm>
          </p:grpSpPr>
          <p:sp>
            <p:nvSpPr>
              <p:cNvPr id="1633" name="Google Shape;1633;p3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3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3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3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7" name="Google Shape;1637;p32"/>
            <p:cNvGrpSpPr/>
            <p:nvPr/>
          </p:nvGrpSpPr>
          <p:grpSpPr>
            <a:xfrm>
              <a:off x="8332763" y="3212475"/>
              <a:ext cx="175000" cy="175000"/>
              <a:chOff x="8792300" y="321275"/>
              <a:chExt cx="175000" cy="175000"/>
            </a:xfrm>
          </p:grpSpPr>
          <p:sp>
            <p:nvSpPr>
              <p:cNvPr id="1638" name="Google Shape;1638;p32"/>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32"/>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32"/>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32"/>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642" name="Google Shape;1642;p32"/>
            <p:cNvCxnSpPr/>
            <p:nvPr/>
          </p:nvCxnSpPr>
          <p:spPr>
            <a:xfrm>
              <a:off x="723725" y="613"/>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1643" name="Google Shape;1643;p32"/>
            <p:cNvGrpSpPr/>
            <p:nvPr/>
          </p:nvGrpSpPr>
          <p:grpSpPr>
            <a:xfrm rot="10800000">
              <a:off x="432850" y="291788"/>
              <a:ext cx="581800" cy="582350"/>
              <a:chOff x="8064275" y="887850"/>
              <a:chExt cx="581800" cy="582350"/>
            </a:xfrm>
          </p:grpSpPr>
          <p:sp>
            <p:nvSpPr>
              <p:cNvPr id="1644" name="Google Shape;1644;p3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3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3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3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3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3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0" name="Google Shape;1650;p32"/>
            <p:cNvGrpSpPr/>
            <p:nvPr/>
          </p:nvGrpSpPr>
          <p:grpSpPr>
            <a:xfrm rot="10800000">
              <a:off x="577738" y="1153138"/>
              <a:ext cx="292025" cy="292575"/>
              <a:chOff x="7353050" y="316275"/>
              <a:chExt cx="292025" cy="292575"/>
            </a:xfrm>
          </p:grpSpPr>
          <p:sp>
            <p:nvSpPr>
              <p:cNvPr id="1651" name="Google Shape;1651;p3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3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3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3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5" name="Google Shape;1655;p32"/>
            <p:cNvGrpSpPr/>
            <p:nvPr/>
          </p:nvGrpSpPr>
          <p:grpSpPr>
            <a:xfrm rot="10800000">
              <a:off x="636238" y="1778838"/>
              <a:ext cx="175000" cy="175000"/>
              <a:chOff x="8792300" y="321275"/>
              <a:chExt cx="175000" cy="175000"/>
            </a:xfrm>
          </p:grpSpPr>
          <p:sp>
            <p:nvSpPr>
              <p:cNvPr id="1656" name="Google Shape;1656;p32"/>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32"/>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32"/>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32"/>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0" name="Google Shape;1660;p32"/>
            <p:cNvGrpSpPr/>
            <p:nvPr/>
          </p:nvGrpSpPr>
          <p:grpSpPr>
            <a:xfrm>
              <a:off x="432850" y="2003163"/>
              <a:ext cx="175013" cy="27000"/>
              <a:chOff x="5662375" y="212375"/>
              <a:chExt cx="175013" cy="27000"/>
            </a:xfrm>
          </p:grpSpPr>
          <p:sp>
            <p:nvSpPr>
              <p:cNvPr id="1661" name="Google Shape;1661;p3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3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3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4" name="Google Shape;1664;p32"/>
            <p:cNvGrpSpPr/>
            <p:nvPr/>
          </p:nvGrpSpPr>
          <p:grpSpPr>
            <a:xfrm>
              <a:off x="788100" y="208488"/>
              <a:ext cx="175013" cy="27000"/>
              <a:chOff x="5662375" y="212375"/>
              <a:chExt cx="175013" cy="27000"/>
            </a:xfrm>
          </p:grpSpPr>
          <p:sp>
            <p:nvSpPr>
              <p:cNvPr id="1665" name="Google Shape;1665;p3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3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3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8" name="Google Shape;1668;p32"/>
            <p:cNvGrpSpPr/>
            <p:nvPr/>
          </p:nvGrpSpPr>
          <p:grpSpPr>
            <a:xfrm>
              <a:off x="8129350" y="4988725"/>
              <a:ext cx="175013" cy="27000"/>
              <a:chOff x="5662375" y="212375"/>
              <a:chExt cx="175013" cy="27000"/>
            </a:xfrm>
          </p:grpSpPr>
          <p:sp>
            <p:nvSpPr>
              <p:cNvPr id="1669" name="Google Shape;1669;p3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3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3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2" name="Google Shape;1672;p32"/>
            <p:cNvGrpSpPr/>
            <p:nvPr/>
          </p:nvGrpSpPr>
          <p:grpSpPr>
            <a:xfrm>
              <a:off x="8497550" y="3429425"/>
              <a:ext cx="175013" cy="27000"/>
              <a:chOff x="5662375" y="212375"/>
              <a:chExt cx="175013" cy="27000"/>
            </a:xfrm>
          </p:grpSpPr>
          <p:sp>
            <p:nvSpPr>
              <p:cNvPr id="1673" name="Google Shape;1673;p3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3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3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676" name="Google Shape;1676;p32"/>
            <p:cNvCxnSpPr/>
            <p:nvPr/>
          </p:nvCxnSpPr>
          <p:spPr>
            <a:xfrm>
              <a:off x="8407225" y="0"/>
              <a:ext cx="0" cy="2160900"/>
            </a:xfrm>
            <a:prstGeom prst="straightConnector1">
              <a:avLst/>
            </a:prstGeom>
            <a:noFill/>
            <a:ln cap="flat" cmpd="sng" w="9525">
              <a:solidFill>
                <a:schemeClr val="dk1"/>
              </a:solidFill>
              <a:prstDash val="solid"/>
              <a:round/>
              <a:headEnd len="med" w="med" type="none"/>
              <a:tailEnd len="med" w="med" type="none"/>
            </a:ln>
          </p:spPr>
        </p:cxnSp>
        <p:cxnSp>
          <p:nvCxnSpPr>
            <p:cNvPr id="1677" name="Google Shape;1677;p32"/>
            <p:cNvCxnSpPr/>
            <p:nvPr/>
          </p:nvCxnSpPr>
          <p:spPr>
            <a:xfrm>
              <a:off x="718025" y="2985634"/>
              <a:ext cx="0" cy="2160900"/>
            </a:xfrm>
            <a:prstGeom prst="straightConnector1">
              <a:avLst/>
            </a:prstGeom>
            <a:noFill/>
            <a:ln cap="flat" cmpd="sng" w="9525">
              <a:solidFill>
                <a:schemeClr val="dk1"/>
              </a:solidFill>
              <a:prstDash val="solid"/>
              <a:round/>
              <a:headEnd len="med" w="med" type="none"/>
              <a:tailEnd len="med" w="med" type="none"/>
            </a:ln>
          </p:spPr>
        </p:cxnSp>
        <p:sp>
          <p:nvSpPr>
            <p:cNvPr id="1678" name="Google Shape;1678;p32"/>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32"/>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32"/>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32"/>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3750" y="526925"/>
            <a:ext cx="7696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6.xml"/><Relationship Id="rId3" Type="http://schemas.openxmlformats.org/officeDocument/2006/relationships/image" Target="../media/image1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8.xml"/><Relationship Id="rId3" Type="http://schemas.openxmlformats.org/officeDocument/2006/relationships/image" Target="../media/image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9.jpg"/><Relationship Id="rId4" Type="http://schemas.openxmlformats.org/officeDocument/2006/relationships/image" Target="../media/image1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1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7.xml"/><Relationship Id="rId3" Type="http://schemas.openxmlformats.org/officeDocument/2006/relationships/hyperlink" Target="https://imgv2-2-f.scribdassets.com/img/document/609733005/original/87d09e8d79/1?v=1" TargetMode="External"/><Relationship Id="rId4" Type="http://schemas.openxmlformats.org/officeDocument/2006/relationships/hyperlink" Target="https://coda.io/@maria-perez/tema-1-bbdd" TargetMode="External"/><Relationship Id="rId5" Type="http://schemas.openxmlformats.org/officeDocument/2006/relationships/hyperlink" Target="https://fernandoarciniega.com/wp-content/uploads/Topologias-de-Red-Fernando-Arciniega-Blog.jpg" TargetMode="External"/><Relationship Id="rId6" Type="http://schemas.openxmlformats.org/officeDocument/2006/relationships/hyperlink" Target="https://www.tecnologias-informacion.com/centralizada.jpeg"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8.xml"/><Relationship Id="rId3" Type="http://schemas.openxmlformats.org/officeDocument/2006/relationships/hyperlink" Target="https://es.wikipedia.org/wiki/Arquitectura_ANSI-SPARC" TargetMode="External"/><Relationship Id="rId4" Type="http://schemas.openxmlformats.org/officeDocument/2006/relationships/hyperlink" Target="https://es.wikipedia.org/wiki/Sistema_de_gesti%C3%B3n_de_bases_de_datos" TargetMode="External"/><Relationship Id="rId9" Type="http://schemas.openxmlformats.org/officeDocument/2006/relationships/hyperlink" Target="https://universidadeuropea.com/blog/big-data-toma-decisiones/" TargetMode="External"/><Relationship Id="rId5" Type="http://schemas.openxmlformats.org/officeDocument/2006/relationships/hyperlink" Target="https://forlopd.es/cuales-son-las-diferencias-entre-lopd-rgpd-y-lopdgdd/" TargetMode="External"/><Relationship Id="rId6" Type="http://schemas.openxmlformats.org/officeDocument/2006/relationships/hyperlink" Target="https://www.boe.es/buscar/pdf/2018/BOE-A-2018-16673-consolidado.pdf" TargetMode="External"/><Relationship Id="rId7" Type="http://schemas.openxmlformats.org/officeDocument/2006/relationships/hyperlink" Target="https://postgrado.ucsp.edu.pe/articulos/que-es-big-data/#:~:text=El%20big%20data%20(datos%20masivos,o%20procesarlos%20de%20manera%20eficiente" TargetMode="External"/><Relationship Id="rId8" Type="http://schemas.openxmlformats.org/officeDocument/2006/relationships/hyperlink" Target="https://www.tableau.com/es-es/business-intelligence/what-is-business-intelligence" TargetMode="External"/><Relationship Id="rId10" Type="http://schemas.openxmlformats.org/officeDocument/2006/relationships/hyperlink" Target="https://kinesisco.com/la-importancia-del-big-data-para-la-toma-de-decisiones-empresariale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5" name="Shape 1685"/>
        <p:cNvGrpSpPr/>
        <p:nvPr/>
      </p:nvGrpSpPr>
      <p:grpSpPr>
        <a:xfrm>
          <a:off x="0" y="0"/>
          <a:ext cx="0" cy="0"/>
          <a:chOff x="0" y="0"/>
          <a:chExt cx="0" cy="0"/>
        </a:xfrm>
      </p:grpSpPr>
      <p:grpSp>
        <p:nvGrpSpPr>
          <p:cNvPr id="1686" name="Google Shape;1686;p33"/>
          <p:cNvGrpSpPr/>
          <p:nvPr/>
        </p:nvGrpSpPr>
        <p:grpSpPr>
          <a:xfrm>
            <a:off x="13" y="959825"/>
            <a:ext cx="5249360" cy="4183680"/>
            <a:chOff x="469775" y="238125"/>
            <a:chExt cx="6679425" cy="5229600"/>
          </a:xfrm>
        </p:grpSpPr>
        <p:sp>
          <p:nvSpPr>
            <p:cNvPr id="1687" name="Google Shape;1687;p33"/>
            <p:cNvSpPr/>
            <p:nvPr/>
          </p:nvSpPr>
          <p:spPr>
            <a:xfrm>
              <a:off x="830950" y="238200"/>
              <a:ext cx="6001825" cy="5109175"/>
            </a:xfrm>
            <a:custGeom>
              <a:rect b="b" l="l" r="r" t="t"/>
              <a:pathLst>
                <a:path extrusionOk="0" h="204367" w="240073">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33"/>
            <p:cNvSpPr/>
            <p:nvPr/>
          </p:nvSpPr>
          <p:spPr>
            <a:xfrm>
              <a:off x="1009000" y="238125"/>
              <a:ext cx="5764775" cy="5102425"/>
            </a:xfrm>
            <a:custGeom>
              <a:rect b="b" l="l" r="r" t="t"/>
              <a:pathLst>
                <a:path extrusionOk="0" h="204097" w="230591">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33"/>
            <p:cNvSpPr/>
            <p:nvPr/>
          </p:nvSpPr>
          <p:spPr>
            <a:xfrm>
              <a:off x="6155150" y="3211050"/>
              <a:ext cx="888225" cy="2247525"/>
            </a:xfrm>
            <a:custGeom>
              <a:rect b="b" l="l" r="r" t="t"/>
              <a:pathLst>
                <a:path extrusionOk="0" h="89901" w="35529">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33"/>
            <p:cNvSpPr/>
            <p:nvPr/>
          </p:nvSpPr>
          <p:spPr>
            <a:xfrm>
              <a:off x="2992975" y="2455100"/>
              <a:ext cx="2658575" cy="3012625"/>
            </a:xfrm>
            <a:custGeom>
              <a:rect b="b" l="l" r="r" t="t"/>
              <a:pathLst>
                <a:path extrusionOk="0" h="120505" w="106343">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33"/>
            <p:cNvSpPr/>
            <p:nvPr/>
          </p:nvSpPr>
          <p:spPr>
            <a:xfrm>
              <a:off x="2992975" y="2709450"/>
              <a:ext cx="2434725" cy="2758275"/>
            </a:xfrm>
            <a:custGeom>
              <a:rect b="b" l="l" r="r" t="t"/>
              <a:pathLst>
                <a:path extrusionOk="0" h="110331" w="97389">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33"/>
            <p:cNvSpPr/>
            <p:nvPr/>
          </p:nvSpPr>
          <p:spPr>
            <a:xfrm>
              <a:off x="5418525" y="2464250"/>
              <a:ext cx="224875" cy="2994325"/>
            </a:xfrm>
            <a:custGeom>
              <a:rect b="b" l="l" r="r" t="t"/>
              <a:pathLst>
                <a:path extrusionOk="0" h="119773" w="8995">
                  <a:moveTo>
                    <a:pt x="8995" y="1"/>
                  </a:moveTo>
                  <a:lnTo>
                    <a:pt x="1" y="10134"/>
                  </a:lnTo>
                  <a:lnTo>
                    <a:pt x="1" y="119772"/>
                  </a:lnTo>
                  <a:lnTo>
                    <a:pt x="8995" y="119772"/>
                  </a:lnTo>
                  <a:lnTo>
                    <a:pt x="899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33"/>
            <p:cNvSpPr/>
            <p:nvPr/>
          </p:nvSpPr>
          <p:spPr>
            <a:xfrm>
              <a:off x="5533500" y="4907100"/>
              <a:ext cx="109900" cy="551475"/>
            </a:xfrm>
            <a:custGeom>
              <a:rect b="b" l="l" r="r" t="t"/>
              <a:pathLst>
                <a:path extrusionOk="0" h="22059" w="4396">
                  <a:moveTo>
                    <a:pt x="0" y="1"/>
                  </a:moveTo>
                  <a:lnTo>
                    <a:pt x="0" y="22058"/>
                  </a:lnTo>
                  <a:lnTo>
                    <a:pt x="4396" y="22058"/>
                  </a:lnTo>
                  <a:lnTo>
                    <a:pt x="439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33"/>
            <p:cNvSpPr/>
            <p:nvPr/>
          </p:nvSpPr>
          <p:spPr>
            <a:xfrm>
              <a:off x="5525350" y="4898950"/>
              <a:ext cx="126200" cy="568775"/>
            </a:xfrm>
            <a:custGeom>
              <a:rect b="b" l="l" r="r" t="t"/>
              <a:pathLst>
                <a:path extrusionOk="0" h="22751" w="5048">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33"/>
            <p:cNvSpPr/>
            <p:nvPr/>
          </p:nvSpPr>
          <p:spPr>
            <a:xfrm>
              <a:off x="5643375" y="4524550"/>
              <a:ext cx="474150" cy="934025"/>
            </a:xfrm>
            <a:custGeom>
              <a:rect b="b" l="l" r="r" t="t"/>
              <a:pathLst>
                <a:path extrusionOk="0" h="37361" w="18966">
                  <a:moveTo>
                    <a:pt x="18965" y="0"/>
                  </a:moveTo>
                  <a:lnTo>
                    <a:pt x="1" y="15303"/>
                  </a:lnTo>
                  <a:lnTo>
                    <a:pt x="1" y="37360"/>
                  </a:lnTo>
                  <a:lnTo>
                    <a:pt x="18965" y="37360"/>
                  </a:lnTo>
                  <a:lnTo>
                    <a:pt x="189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33"/>
            <p:cNvSpPr/>
            <p:nvPr/>
          </p:nvSpPr>
          <p:spPr>
            <a:xfrm>
              <a:off x="5634225" y="4516325"/>
              <a:ext cx="491450" cy="951400"/>
            </a:xfrm>
            <a:custGeom>
              <a:rect b="b" l="l" r="r" t="t"/>
              <a:pathLst>
                <a:path extrusionOk="0" h="38056" w="19658">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33"/>
            <p:cNvSpPr/>
            <p:nvPr/>
          </p:nvSpPr>
          <p:spPr>
            <a:xfrm>
              <a:off x="1820900" y="4907100"/>
              <a:ext cx="109900" cy="551475"/>
            </a:xfrm>
            <a:custGeom>
              <a:rect b="b" l="l" r="r" t="t"/>
              <a:pathLst>
                <a:path extrusionOk="0" h="22059" w="4396">
                  <a:moveTo>
                    <a:pt x="1" y="1"/>
                  </a:moveTo>
                  <a:lnTo>
                    <a:pt x="1" y="22058"/>
                  </a:lnTo>
                  <a:lnTo>
                    <a:pt x="4396" y="22058"/>
                  </a:lnTo>
                  <a:lnTo>
                    <a:pt x="439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33"/>
            <p:cNvSpPr/>
            <p:nvPr/>
          </p:nvSpPr>
          <p:spPr>
            <a:xfrm>
              <a:off x="1812775" y="4898950"/>
              <a:ext cx="126175" cy="568775"/>
            </a:xfrm>
            <a:custGeom>
              <a:rect b="b" l="l" r="r" t="t"/>
              <a:pathLst>
                <a:path extrusionOk="0" h="22751" w="5047">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33"/>
            <p:cNvSpPr/>
            <p:nvPr/>
          </p:nvSpPr>
          <p:spPr>
            <a:xfrm>
              <a:off x="1930800" y="4524550"/>
              <a:ext cx="474125" cy="934025"/>
            </a:xfrm>
            <a:custGeom>
              <a:rect b="b" l="l" r="r" t="t"/>
              <a:pathLst>
                <a:path extrusionOk="0" h="37361" w="18965">
                  <a:moveTo>
                    <a:pt x="18965" y="0"/>
                  </a:moveTo>
                  <a:lnTo>
                    <a:pt x="0" y="15303"/>
                  </a:lnTo>
                  <a:lnTo>
                    <a:pt x="0" y="37360"/>
                  </a:lnTo>
                  <a:lnTo>
                    <a:pt x="18965" y="37360"/>
                  </a:lnTo>
                  <a:lnTo>
                    <a:pt x="1896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33"/>
            <p:cNvSpPr/>
            <p:nvPr/>
          </p:nvSpPr>
          <p:spPr>
            <a:xfrm>
              <a:off x="1921625" y="4516325"/>
              <a:ext cx="491450" cy="951400"/>
            </a:xfrm>
            <a:custGeom>
              <a:rect b="b" l="l" r="r" t="t"/>
              <a:pathLst>
                <a:path extrusionOk="0" h="38056" w="19658">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33"/>
            <p:cNvSpPr/>
            <p:nvPr/>
          </p:nvSpPr>
          <p:spPr>
            <a:xfrm>
              <a:off x="1398675" y="4437050"/>
              <a:ext cx="5067825" cy="567750"/>
            </a:xfrm>
            <a:custGeom>
              <a:rect b="b" l="l" r="r" t="t"/>
              <a:pathLst>
                <a:path extrusionOk="0" h="22710" w="202713">
                  <a:moveTo>
                    <a:pt x="202713" y="0"/>
                  </a:moveTo>
                  <a:lnTo>
                    <a:pt x="0" y="21285"/>
                  </a:lnTo>
                  <a:lnTo>
                    <a:pt x="82" y="22709"/>
                  </a:lnTo>
                  <a:lnTo>
                    <a:pt x="175039" y="22709"/>
                  </a:lnTo>
                  <a:lnTo>
                    <a:pt x="202713" y="1425"/>
                  </a:lnTo>
                  <a:lnTo>
                    <a:pt x="20271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33"/>
            <p:cNvSpPr/>
            <p:nvPr/>
          </p:nvSpPr>
          <p:spPr>
            <a:xfrm>
              <a:off x="1390525" y="4428500"/>
              <a:ext cx="5084125" cy="584450"/>
            </a:xfrm>
            <a:custGeom>
              <a:rect b="b" l="l" r="r" t="t"/>
              <a:pathLst>
                <a:path extrusionOk="0" h="23378" w="203365">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33"/>
            <p:cNvSpPr/>
            <p:nvPr/>
          </p:nvSpPr>
          <p:spPr>
            <a:xfrm>
              <a:off x="1400700" y="4437050"/>
              <a:ext cx="5065800" cy="531125"/>
            </a:xfrm>
            <a:custGeom>
              <a:rect b="b" l="l" r="r" t="t"/>
              <a:pathLst>
                <a:path extrusionOk="0" h="21245" w="202632">
                  <a:moveTo>
                    <a:pt x="44157" y="0"/>
                  </a:moveTo>
                  <a:lnTo>
                    <a:pt x="1" y="21244"/>
                  </a:lnTo>
                  <a:lnTo>
                    <a:pt x="174958" y="21244"/>
                  </a:lnTo>
                  <a:lnTo>
                    <a:pt x="20263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33"/>
            <p:cNvSpPr/>
            <p:nvPr/>
          </p:nvSpPr>
          <p:spPr>
            <a:xfrm>
              <a:off x="1391550" y="4427900"/>
              <a:ext cx="5084100" cy="549425"/>
            </a:xfrm>
            <a:custGeom>
              <a:rect b="b" l="l" r="r" t="t"/>
              <a:pathLst>
                <a:path extrusionOk="0" h="21977" w="203364">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33"/>
            <p:cNvSpPr/>
            <p:nvPr/>
          </p:nvSpPr>
          <p:spPr>
            <a:xfrm>
              <a:off x="5056325" y="4664950"/>
              <a:ext cx="755975" cy="213700"/>
            </a:xfrm>
            <a:custGeom>
              <a:rect b="b" l="l" r="r" t="t"/>
              <a:pathLst>
                <a:path extrusionOk="0" h="8548" w="30239">
                  <a:moveTo>
                    <a:pt x="10704" y="1"/>
                  </a:moveTo>
                  <a:lnTo>
                    <a:pt x="0" y="8547"/>
                  </a:lnTo>
                  <a:lnTo>
                    <a:pt x="18558" y="8547"/>
                  </a:lnTo>
                  <a:lnTo>
                    <a:pt x="3023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33"/>
            <p:cNvSpPr/>
            <p:nvPr/>
          </p:nvSpPr>
          <p:spPr>
            <a:xfrm>
              <a:off x="5047175" y="4656825"/>
              <a:ext cx="774275" cy="230975"/>
            </a:xfrm>
            <a:custGeom>
              <a:rect b="b" l="l" r="r" t="t"/>
              <a:pathLst>
                <a:path extrusionOk="0" h="9239" w="30971">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33"/>
            <p:cNvSpPr/>
            <p:nvPr/>
          </p:nvSpPr>
          <p:spPr>
            <a:xfrm>
              <a:off x="5774625" y="4437050"/>
              <a:ext cx="691875" cy="567750"/>
            </a:xfrm>
            <a:custGeom>
              <a:rect b="b" l="l" r="r" t="t"/>
              <a:pathLst>
                <a:path extrusionOk="0" h="22710" w="27675">
                  <a:moveTo>
                    <a:pt x="27675" y="0"/>
                  </a:moveTo>
                  <a:lnTo>
                    <a:pt x="1" y="21244"/>
                  </a:lnTo>
                  <a:lnTo>
                    <a:pt x="1" y="22709"/>
                  </a:lnTo>
                  <a:lnTo>
                    <a:pt x="27675" y="1425"/>
                  </a:lnTo>
                  <a:lnTo>
                    <a:pt x="2767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33"/>
            <p:cNvSpPr/>
            <p:nvPr/>
          </p:nvSpPr>
          <p:spPr>
            <a:xfrm>
              <a:off x="5766475" y="4428250"/>
              <a:ext cx="708175" cy="584775"/>
            </a:xfrm>
            <a:custGeom>
              <a:rect b="b" l="l" r="r" t="t"/>
              <a:pathLst>
                <a:path extrusionOk="0" h="23391" w="28327">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33"/>
            <p:cNvSpPr/>
            <p:nvPr/>
          </p:nvSpPr>
          <p:spPr>
            <a:xfrm>
              <a:off x="5189600" y="4452300"/>
              <a:ext cx="914700" cy="283675"/>
            </a:xfrm>
            <a:custGeom>
              <a:rect b="b" l="l" r="r" t="t"/>
              <a:pathLst>
                <a:path extrusionOk="0" h="11347" w="36588">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33"/>
            <p:cNvSpPr/>
            <p:nvPr/>
          </p:nvSpPr>
          <p:spPr>
            <a:xfrm>
              <a:off x="5292375" y="4676900"/>
              <a:ext cx="262500" cy="176300"/>
            </a:xfrm>
            <a:custGeom>
              <a:rect b="b" l="l" r="r" t="t"/>
              <a:pathLst>
                <a:path extrusionOk="0" h="7052" w="1050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33"/>
            <p:cNvSpPr/>
            <p:nvPr/>
          </p:nvSpPr>
          <p:spPr>
            <a:xfrm>
              <a:off x="5442950" y="4707275"/>
              <a:ext cx="72250" cy="119475"/>
            </a:xfrm>
            <a:custGeom>
              <a:rect b="b" l="l" r="r" t="t"/>
              <a:pathLst>
                <a:path extrusionOk="0" h="4779" w="289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33"/>
            <p:cNvSpPr/>
            <p:nvPr/>
          </p:nvSpPr>
          <p:spPr>
            <a:xfrm>
              <a:off x="3283975" y="4592725"/>
              <a:ext cx="2022650" cy="316425"/>
            </a:xfrm>
            <a:custGeom>
              <a:rect b="b" l="l" r="r" t="t"/>
              <a:pathLst>
                <a:path extrusionOk="0" h="12657" w="80906">
                  <a:moveTo>
                    <a:pt x="15831" y="0"/>
                  </a:moveTo>
                  <a:lnTo>
                    <a:pt x="0" y="12657"/>
                  </a:lnTo>
                  <a:lnTo>
                    <a:pt x="65075" y="12657"/>
                  </a:lnTo>
                  <a:lnTo>
                    <a:pt x="809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33"/>
            <p:cNvSpPr/>
            <p:nvPr/>
          </p:nvSpPr>
          <p:spPr>
            <a:xfrm>
              <a:off x="3274800" y="4584575"/>
              <a:ext cx="2041000" cy="332725"/>
            </a:xfrm>
            <a:custGeom>
              <a:rect b="b" l="l" r="r" t="t"/>
              <a:pathLst>
                <a:path extrusionOk="0" h="13309" w="8164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33"/>
            <p:cNvSpPr/>
            <p:nvPr/>
          </p:nvSpPr>
          <p:spPr>
            <a:xfrm>
              <a:off x="4902700" y="4584475"/>
              <a:ext cx="413100" cy="352825"/>
            </a:xfrm>
            <a:custGeom>
              <a:rect b="b" l="l" r="r" t="t"/>
              <a:pathLst>
                <a:path extrusionOk="0" h="14113" w="16524">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33"/>
            <p:cNvSpPr/>
            <p:nvPr/>
          </p:nvSpPr>
          <p:spPr>
            <a:xfrm>
              <a:off x="3283975" y="4909125"/>
              <a:ext cx="1626875" cy="19375"/>
            </a:xfrm>
            <a:custGeom>
              <a:rect b="b" l="l" r="r" t="t"/>
              <a:pathLst>
                <a:path extrusionOk="0" h="775" w="65075">
                  <a:moveTo>
                    <a:pt x="0" y="1"/>
                  </a:moveTo>
                  <a:lnTo>
                    <a:pt x="0" y="774"/>
                  </a:lnTo>
                  <a:lnTo>
                    <a:pt x="65075" y="774"/>
                  </a:lnTo>
                  <a:lnTo>
                    <a:pt x="6507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33"/>
            <p:cNvSpPr/>
            <p:nvPr/>
          </p:nvSpPr>
          <p:spPr>
            <a:xfrm>
              <a:off x="3274800" y="4899975"/>
              <a:ext cx="1645225" cy="37675"/>
            </a:xfrm>
            <a:custGeom>
              <a:rect b="b" l="l" r="r" t="t"/>
              <a:pathLst>
                <a:path extrusionOk="0" h="1507" w="65809">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33"/>
            <p:cNvSpPr/>
            <p:nvPr/>
          </p:nvSpPr>
          <p:spPr>
            <a:xfrm>
              <a:off x="3753000" y="4763650"/>
              <a:ext cx="178075" cy="60050"/>
            </a:xfrm>
            <a:custGeom>
              <a:rect b="b" l="l" r="r" t="t"/>
              <a:pathLst>
                <a:path extrusionOk="0" h="2402" w="7123">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33"/>
            <p:cNvSpPr/>
            <p:nvPr/>
          </p:nvSpPr>
          <p:spPr>
            <a:xfrm>
              <a:off x="3860850" y="4763650"/>
              <a:ext cx="178075" cy="60050"/>
            </a:xfrm>
            <a:custGeom>
              <a:rect b="b" l="l" r="r" t="t"/>
              <a:pathLst>
                <a:path extrusionOk="0" h="2402" w="7123">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33"/>
            <p:cNvSpPr/>
            <p:nvPr/>
          </p:nvSpPr>
          <p:spPr>
            <a:xfrm>
              <a:off x="3645150" y="4763650"/>
              <a:ext cx="178075" cy="60050"/>
            </a:xfrm>
            <a:custGeom>
              <a:rect b="b" l="l" r="r" t="t"/>
              <a:pathLst>
                <a:path extrusionOk="0" h="2402" w="7123">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33"/>
            <p:cNvSpPr/>
            <p:nvPr/>
          </p:nvSpPr>
          <p:spPr>
            <a:xfrm>
              <a:off x="3698050" y="4721925"/>
              <a:ext cx="178075" cy="59050"/>
            </a:xfrm>
            <a:custGeom>
              <a:rect b="b" l="l" r="r" t="t"/>
              <a:pathLst>
                <a:path extrusionOk="0" h="2362" w="7123">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33"/>
            <p:cNvSpPr/>
            <p:nvPr/>
          </p:nvSpPr>
          <p:spPr>
            <a:xfrm>
              <a:off x="3857800" y="4679200"/>
              <a:ext cx="178075" cy="60050"/>
            </a:xfrm>
            <a:custGeom>
              <a:rect b="b" l="l" r="r" t="t"/>
              <a:pathLst>
                <a:path extrusionOk="0" h="2402" w="7123">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33"/>
            <p:cNvSpPr/>
            <p:nvPr/>
          </p:nvSpPr>
          <p:spPr>
            <a:xfrm>
              <a:off x="3749950" y="4679200"/>
              <a:ext cx="178075" cy="60050"/>
            </a:xfrm>
            <a:custGeom>
              <a:rect b="b" l="l" r="r" t="t"/>
              <a:pathLst>
                <a:path extrusionOk="0" h="2402" w="7123">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33"/>
            <p:cNvSpPr/>
            <p:nvPr/>
          </p:nvSpPr>
          <p:spPr>
            <a:xfrm>
              <a:off x="3967675" y="4763650"/>
              <a:ext cx="178075" cy="60050"/>
            </a:xfrm>
            <a:custGeom>
              <a:rect b="b" l="l" r="r" t="t"/>
              <a:pathLst>
                <a:path extrusionOk="0" h="2402" w="7123">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33"/>
            <p:cNvSpPr/>
            <p:nvPr/>
          </p:nvSpPr>
          <p:spPr>
            <a:xfrm>
              <a:off x="4504875" y="4763650"/>
              <a:ext cx="178075" cy="60050"/>
            </a:xfrm>
            <a:custGeom>
              <a:rect b="b" l="l" r="r" t="t"/>
              <a:pathLst>
                <a:path extrusionOk="0" h="2402" w="7123">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33"/>
            <p:cNvSpPr/>
            <p:nvPr/>
          </p:nvSpPr>
          <p:spPr>
            <a:xfrm>
              <a:off x="3964625" y="4679200"/>
              <a:ext cx="178075" cy="60050"/>
            </a:xfrm>
            <a:custGeom>
              <a:rect b="b" l="l" r="r" t="t"/>
              <a:pathLst>
                <a:path extrusionOk="0" h="2402" w="7123">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33"/>
            <p:cNvSpPr/>
            <p:nvPr/>
          </p:nvSpPr>
          <p:spPr>
            <a:xfrm>
              <a:off x="4075525" y="4763650"/>
              <a:ext cx="178075" cy="60050"/>
            </a:xfrm>
            <a:custGeom>
              <a:rect b="b" l="l" r="r" t="t"/>
              <a:pathLst>
                <a:path extrusionOk="0" h="2402" w="7123">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33"/>
            <p:cNvSpPr/>
            <p:nvPr/>
          </p:nvSpPr>
          <p:spPr>
            <a:xfrm>
              <a:off x="4719550" y="4763650"/>
              <a:ext cx="178075" cy="60050"/>
            </a:xfrm>
            <a:custGeom>
              <a:rect b="b" l="l" r="r" t="t"/>
              <a:pathLst>
                <a:path extrusionOk="0" h="2402" w="7123">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33"/>
            <p:cNvSpPr/>
            <p:nvPr/>
          </p:nvSpPr>
          <p:spPr>
            <a:xfrm>
              <a:off x="4772450" y="4721925"/>
              <a:ext cx="178075" cy="59050"/>
            </a:xfrm>
            <a:custGeom>
              <a:rect b="b" l="l" r="r" t="t"/>
              <a:pathLst>
                <a:path extrusionOk="0" h="2362" w="7123">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33"/>
            <p:cNvSpPr/>
            <p:nvPr/>
          </p:nvSpPr>
          <p:spPr>
            <a:xfrm>
              <a:off x="4612725" y="4763650"/>
              <a:ext cx="178075" cy="60050"/>
            </a:xfrm>
            <a:custGeom>
              <a:rect b="b" l="l" r="r" t="t"/>
              <a:pathLst>
                <a:path extrusionOk="0" h="2402" w="7123">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33"/>
            <p:cNvSpPr/>
            <p:nvPr/>
          </p:nvSpPr>
          <p:spPr>
            <a:xfrm>
              <a:off x="4398050" y="4763650"/>
              <a:ext cx="178075" cy="60050"/>
            </a:xfrm>
            <a:custGeom>
              <a:rect b="b" l="l" r="r" t="t"/>
              <a:pathLst>
                <a:path extrusionOk="0" h="2402" w="7123">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33"/>
            <p:cNvSpPr/>
            <p:nvPr/>
          </p:nvSpPr>
          <p:spPr>
            <a:xfrm>
              <a:off x="4182350" y="4763650"/>
              <a:ext cx="178075" cy="60050"/>
            </a:xfrm>
            <a:custGeom>
              <a:rect b="b" l="l" r="r" t="t"/>
              <a:pathLst>
                <a:path extrusionOk="0" h="2402" w="7123">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33"/>
            <p:cNvSpPr/>
            <p:nvPr/>
          </p:nvSpPr>
          <p:spPr>
            <a:xfrm>
              <a:off x="4290200" y="4763650"/>
              <a:ext cx="178075" cy="60050"/>
            </a:xfrm>
            <a:custGeom>
              <a:rect b="b" l="l" r="r" t="t"/>
              <a:pathLst>
                <a:path extrusionOk="0" h="2402" w="7123">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33"/>
            <p:cNvSpPr/>
            <p:nvPr/>
          </p:nvSpPr>
          <p:spPr>
            <a:xfrm>
              <a:off x="4395000" y="4679200"/>
              <a:ext cx="178075" cy="60050"/>
            </a:xfrm>
            <a:custGeom>
              <a:rect b="b" l="l" r="r" t="t"/>
              <a:pathLst>
                <a:path extrusionOk="0" h="2402" w="7123">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33"/>
            <p:cNvSpPr/>
            <p:nvPr/>
          </p:nvSpPr>
          <p:spPr>
            <a:xfrm>
              <a:off x="4557775" y="4721925"/>
              <a:ext cx="178075" cy="59050"/>
            </a:xfrm>
            <a:custGeom>
              <a:rect b="b" l="l" r="r" t="t"/>
              <a:pathLst>
                <a:path extrusionOk="0" h="2362" w="7123">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33"/>
            <p:cNvSpPr/>
            <p:nvPr/>
          </p:nvSpPr>
          <p:spPr>
            <a:xfrm>
              <a:off x="4342100" y="4721925"/>
              <a:ext cx="178075" cy="59050"/>
            </a:xfrm>
            <a:custGeom>
              <a:rect b="b" l="l" r="r" t="t"/>
              <a:pathLst>
                <a:path extrusionOk="0" h="2362" w="7123">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33"/>
            <p:cNvSpPr/>
            <p:nvPr/>
          </p:nvSpPr>
          <p:spPr>
            <a:xfrm>
              <a:off x="4127400" y="4721925"/>
              <a:ext cx="178075" cy="59050"/>
            </a:xfrm>
            <a:custGeom>
              <a:rect b="b" l="l" r="r" t="t"/>
              <a:pathLst>
                <a:path extrusionOk="0" h="2362" w="7123">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33"/>
            <p:cNvSpPr/>
            <p:nvPr/>
          </p:nvSpPr>
          <p:spPr>
            <a:xfrm>
              <a:off x="4449925" y="4721925"/>
              <a:ext cx="178075" cy="59050"/>
            </a:xfrm>
            <a:custGeom>
              <a:rect b="b" l="l" r="r" t="t"/>
              <a:pathLst>
                <a:path extrusionOk="0" h="2362" w="7123">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33"/>
            <p:cNvSpPr/>
            <p:nvPr/>
          </p:nvSpPr>
          <p:spPr>
            <a:xfrm>
              <a:off x="4072475" y="4679200"/>
              <a:ext cx="178075" cy="60050"/>
            </a:xfrm>
            <a:custGeom>
              <a:rect b="b" l="l" r="r" t="t"/>
              <a:pathLst>
                <a:path extrusionOk="0" h="2402" w="7123">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33"/>
            <p:cNvSpPr/>
            <p:nvPr/>
          </p:nvSpPr>
          <p:spPr>
            <a:xfrm>
              <a:off x="3804900" y="4721925"/>
              <a:ext cx="178050" cy="59050"/>
            </a:xfrm>
            <a:custGeom>
              <a:rect b="b" l="l" r="r" t="t"/>
              <a:pathLst>
                <a:path extrusionOk="0" h="2362" w="7122">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33"/>
            <p:cNvSpPr/>
            <p:nvPr/>
          </p:nvSpPr>
          <p:spPr>
            <a:xfrm>
              <a:off x="4020575" y="4721925"/>
              <a:ext cx="178075" cy="59050"/>
            </a:xfrm>
            <a:custGeom>
              <a:rect b="b" l="l" r="r" t="t"/>
              <a:pathLst>
                <a:path extrusionOk="0" h="2362" w="7123">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33"/>
            <p:cNvSpPr/>
            <p:nvPr/>
          </p:nvSpPr>
          <p:spPr>
            <a:xfrm>
              <a:off x="3912725" y="4721925"/>
              <a:ext cx="178075" cy="59050"/>
            </a:xfrm>
            <a:custGeom>
              <a:rect b="b" l="l" r="r" t="t"/>
              <a:pathLst>
                <a:path extrusionOk="0" h="2362" w="7123">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33"/>
            <p:cNvSpPr/>
            <p:nvPr/>
          </p:nvSpPr>
          <p:spPr>
            <a:xfrm>
              <a:off x="4235250" y="4721925"/>
              <a:ext cx="178075" cy="59050"/>
            </a:xfrm>
            <a:custGeom>
              <a:rect b="b" l="l" r="r" t="t"/>
              <a:pathLst>
                <a:path extrusionOk="0" h="2362" w="7123">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33"/>
            <p:cNvSpPr/>
            <p:nvPr/>
          </p:nvSpPr>
          <p:spPr>
            <a:xfrm>
              <a:off x="4287150" y="4679200"/>
              <a:ext cx="178075" cy="60050"/>
            </a:xfrm>
            <a:custGeom>
              <a:rect b="b" l="l" r="r" t="t"/>
              <a:pathLst>
                <a:path extrusionOk="0" h="2402" w="7123">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33"/>
            <p:cNvSpPr/>
            <p:nvPr/>
          </p:nvSpPr>
          <p:spPr>
            <a:xfrm>
              <a:off x="4824350" y="4679200"/>
              <a:ext cx="178075" cy="60050"/>
            </a:xfrm>
            <a:custGeom>
              <a:rect b="b" l="l" r="r" t="t"/>
              <a:pathLst>
                <a:path extrusionOk="0" h="2402" w="7123">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33"/>
            <p:cNvSpPr/>
            <p:nvPr/>
          </p:nvSpPr>
          <p:spPr>
            <a:xfrm>
              <a:off x="4180325" y="4679200"/>
              <a:ext cx="178075" cy="60050"/>
            </a:xfrm>
            <a:custGeom>
              <a:rect b="b" l="l" r="r" t="t"/>
              <a:pathLst>
                <a:path extrusionOk="0" h="2402" w="7123">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33"/>
            <p:cNvSpPr/>
            <p:nvPr/>
          </p:nvSpPr>
          <p:spPr>
            <a:xfrm>
              <a:off x="4609675" y="4679200"/>
              <a:ext cx="178075" cy="60050"/>
            </a:xfrm>
            <a:custGeom>
              <a:rect b="b" l="l" r="r" t="t"/>
              <a:pathLst>
                <a:path extrusionOk="0" h="2402" w="7123">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33"/>
            <p:cNvSpPr/>
            <p:nvPr/>
          </p:nvSpPr>
          <p:spPr>
            <a:xfrm>
              <a:off x="4717525" y="4679200"/>
              <a:ext cx="178075" cy="60050"/>
            </a:xfrm>
            <a:custGeom>
              <a:rect b="b" l="l" r="r" t="t"/>
              <a:pathLst>
                <a:path extrusionOk="0" h="2402" w="7123">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33"/>
            <p:cNvSpPr/>
            <p:nvPr/>
          </p:nvSpPr>
          <p:spPr>
            <a:xfrm>
              <a:off x="4664625" y="4721925"/>
              <a:ext cx="178075" cy="59050"/>
            </a:xfrm>
            <a:custGeom>
              <a:rect b="b" l="l" r="r" t="t"/>
              <a:pathLst>
                <a:path extrusionOk="0" h="2362" w="7123">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33"/>
            <p:cNvSpPr/>
            <p:nvPr/>
          </p:nvSpPr>
          <p:spPr>
            <a:xfrm>
              <a:off x="4501825" y="4679200"/>
              <a:ext cx="178075" cy="60050"/>
            </a:xfrm>
            <a:custGeom>
              <a:rect b="b" l="l" r="r" t="t"/>
              <a:pathLst>
                <a:path extrusionOk="0" h="2402" w="7123">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33"/>
            <p:cNvSpPr/>
            <p:nvPr/>
          </p:nvSpPr>
          <p:spPr>
            <a:xfrm>
              <a:off x="4238300" y="4806375"/>
              <a:ext cx="178075" cy="59025"/>
            </a:xfrm>
            <a:custGeom>
              <a:rect b="b" l="l" r="r" t="t"/>
              <a:pathLst>
                <a:path extrusionOk="0" h="2361" w="7123">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33"/>
            <p:cNvSpPr/>
            <p:nvPr/>
          </p:nvSpPr>
          <p:spPr>
            <a:xfrm>
              <a:off x="4345150" y="4806375"/>
              <a:ext cx="178075" cy="59025"/>
            </a:xfrm>
            <a:custGeom>
              <a:rect b="b" l="l" r="r" t="t"/>
              <a:pathLst>
                <a:path extrusionOk="0" h="2361" w="7123">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33"/>
            <p:cNvSpPr/>
            <p:nvPr/>
          </p:nvSpPr>
          <p:spPr>
            <a:xfrm>
              <a:off x="4130475" y="4806375"/>
              <a:ext cx="178075" cy="59025"/>
            </a:xfrm>
            <a:custGeom>
              <a:rect b="b" l="l" r="r" t="t"/>
              <a:pathLst>
                <a:path extrusionOk="0" h="2361" w="7123">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33"/>
            <p:cNvSpPr/>
            <p:nvPr/>
          </p:nvSpPr>
          <p:spPr>
            <a:xfrm>
              <a:off x="4453000" y="4806375"/>
              <a:ext cx="178075" cy="59025"/>
            </a:xfrm>
            <a:custGeom>
              <a:rect b="b" l="l" r="r" t="t"/>
              <a:pathLst>
                <a:path extrusionOk="0" h="2361" w="7123">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33"/>
            <p:cNvSpPr/>
            <p:nvPr/>
          </p:nvSpPr>
          <p:spPr>
            <a:xfrm>
              <a:off x="4022625" y="4806375"/>
              <a:ext cx="178075" cy="59025"/>
            </a:xfrm>
            <a:custGeom>
              <a:rect b="b" l="l" r="r" t="t"/>
              <a:pathLst>
                <a:path extrusionOk="0" h="2361" w="7123">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33"/>
            <p:cNvSpPr/>
            <p:nvPr/>
          </p:nvSpPr>
          <p:spPr>
            <a:xfrm>
              <a:off x="3915800" y="4806375"/>
              <a:ext cx="178050" cy="59025"/>
            </a:xfrm>
            <a:custGeom>
              <a:rect b="b" l="l" r="r" t="t"/>
              <a:pathLst>
                <a:path extrusionOk="0" h="2361" w="7122">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33"/>
            <p:cNvSpPr/>
            <p:nvPr/>
          </p:nvSpPr>
          <p:spPr>
            <a:xfrm>
              <a:off x="4559825" y="4806375"/>
              <a:ext cx="178075" cy="59025"/>
            </a:xfrm>
            <a:custGeom>
              <a:rect b="b" l="l" r="r" t="t"/>
              <a:pathLst>
                <a:path extrusionOk="0" h="2361" w="7123">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33"/>
            <p:cNvSpPr/>
            <p:nvPr/>
          </p:nvSpPr>
          <p:spPr>
            <a:xfrm>
              <a:off x="3700100" y="4806375"/>
              <a:ext cx="179075" cy="59025"/>
            </a:xfrm>
            <a:custGeom>
              <a:rect b="b" l="l" r="r" t="t"/>
              <a:pathLst>
                <a:path extrusionOk="0" h="2361" w="7163">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33"/>
            <p:cNvSpPr/>
            <p:nvPr/>
          </p:nvSpPr>
          <p:spPr>
            <a:xfrm>
              <a:off x="3807950" y="4806375"/>
              <a:ext cx="178075" cy="59025"/>
            </a:xfrm>
            <a:custGeom>
              <a:rect b="b" l="l" r="r" t="t"/>
              <a:pathLst>
                <a:path extrusionOk="0" h="2361" w="7123">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33"/>
            <p:cNvSpPr/>
            <p:nvPr/>
          </p:nvSpPr>
          <p:spPr>
            <a:xfrm>
              <a:off x="4879300" y="4721925"/>
              <a:ext cx="179075" cy="59050"/>
            </a:xfrm>
            <a:custGeom>
              <a:rect b="b" l="l" r="r" t="t"/>
              <a:pathLst>
                <a:path extrusionOk="0" h="2362" w="7163">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33"/>
            <p:cNvSpPr/>
            <p:nvPr/>
          </p:nvSpPr>
          <p:spPr>
            <a:xfrm>
              <a:off x="4984075" y="4637475"/>
              <a:ext cx="178075" cy="59050"/>
            </a:xfrm>
            <a:custGeom>
              <a:rect b="b" l="l" r="r" t="t"/>
              <a:pathLst>
                <a:path extrusionOk="0" h="2362" w="7123">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33"/>
            <p:cNvSpPr/>
            <p:nvPr/>
          </p:nvSpPr>
          <p:spPr>
            <a:xfrm>
              <a:off x="4932200" y="4679200"/>
              <a:ext cx="178075" cy="60050"/>
            </a:xfrm>
            <a:custGeom>
              <a:rect b="b" l="l" r="r" t="t"/>
              <a:pathLst>
                <a:path extrusionOk="0" h="2402" w="7123">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33"/>
            <p:cNvSpPr/>
            <p:nvPr/>
          </p:nvSpPr>
          <p:spPr>
            <a:xfrm>
              <a:off x="3593275" y="4806375"/>
              <a:ext cx="178075" cy="59025"/>
            </a:xfrm>
            <a:custGeom>
              <a:rect b="b" l="l" r="r" t="t"/>
              <a:pathLst>
                <a:path extrusionOk="0" h="2361" w="7123">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33"/>
            <p:cNvSpPr/>
            <p:nvPr/>
          </p:nvSpPr>
          <p:spPr>
            <a:xfrm>
              <a:off x="4667675" y="4806375"/>
              <a:ext cx="178075" cy="59025"/>
            </a:xfrm>
            <a:custGeom>
              <a:rect b="b" l="l" r="r" t="t"/>
              <a:pathLst>
                <a:path extrusionOk="0" h="2361" w="7123">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33"/>
            <p:cNvSpPr/>
            <p:nvPr/>
          </p:nvSpPr>
          <p:spPr>
            <a:xfrm>
              <a:off x="4775525" y="4806375"/>
              <a:ext cx="178075" cy="59025"/>
            </a:xfrm>
            <a:custGeom>
              <a:rect b="b" l="l" r="r" t="t"/>
              <a:pathLst>
                <a:path extrusionOk="0" h="2361" w="7123">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33"/>
            <p:cNvSpPr/>
            <p:nvPr/>
          </p:nvSpPr>
          <p:spPr>
            <a:xfrm>
              <a:off x="4827400" y="4763650"/>
              <a:ext cx="178075" cy="60050"/>
            </a:xfrm>
            <a:custGeom>
              <a:rect b="b" l="l" r="r" t="t"/>
              <a:pathLst>
                <a:path extrusionOk="0" h="2402" w="7123">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33"/>
            <p:cNvSpPr/>
            <p:nvPr/>
          </p:nvSpPr>
          <p:spPr>
            <a:xfrm>
              <a:off x="3590200" y="4721925"/>
              <a:ext cx="178075" cy="59050"/>
            </a:xfrm>
            <a:custGeom>
              <a:rect b="b" l="l" r="r" t="t"/>
              <a:pathLst>
                <a:path extrusionOk="0" h="2362" w="7123">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33"/>
            <p:cNvSpPr/>
            <p:nvPr/>
          </p:nvSpPr>
          <p:spPr>
            <a:xfrm>
              <a:off x="4340050" y="4637475"/>
              <a:ext cx="178075" cy="59050"/>
            </a:xfrm>
            <a:custGeom>
              <a:rect b="b" l="l" r="r" t="t"/>
              <a:pathLst>
                <a:path extrusionOk="0" h="2362" w="7123">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33"/>
            <p:cNvSpPr/>
            <p:nvPr/>
          </p:nvSpPr>
          <p:spPr>
            <a:xfrm>
              <a:off x="4446875" y="4637475"/>
              <a:ext cx="178075" cy="59050"/>
            </a:xfrm>
            <a:custGeom>
              <a:rect b="b" l="l" r="r" t="t"/>
              <a:pathLst>
                <a:path extrusionOk="0" h="2362" w="7123">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33"/>
            <p:cNvSpPr/>
            <p:nvPr/>
          </p:nvSpPr>
          <p:spPr>
            <a:xfrm>
              <a:off x="4232200" y="4637475"/>
              <a:ext cx="178075" cy="59050"/>
            </a:xfrm>
            <a:custGeom>
              <a:rect b="b" l="l" r="r" t="t"/>
              <a:pathLst>
                <a:path extrusionOk="0" h="2362" w="7123">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33"/>
            <p:cNvSpPr/>
            <p:nvPr/>
          </p:nvSpPr>
          <p:spPr>
            <a:xfrm>
              <a:off x="4554725" y="4637475"/>
              <a:ext cx="178075" cy="59050"/>
            </a:xfrm>
            <a:custGeom>
              <a:rect b="b" l="l" r="r" t="t"/>
              <a:pathLst>
                <a:path extrusionOk="0" h="2362" w="7123">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33"/>
            <p:cNvSpPr/>
            <p:nvPr/>
          </p:nvSpPr>
          <p:spPr>
            <a:xfrm>
              <a:off x="4769400" y="4637475"/>
              <a:ext cx="178075" cy="59050"/>
            </a:xfrm>
            <a:custGeom>
              <a:rect b="b" l="l" r="r" t="t"/>
              <a:pathLst>
                <a:path extrusionOk="0" h="2362" w="7123">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33"/>
            <p:cNvSpPr/>
            <p:nvPr/>
          </p:nvSpPr>
          <p:spPr>
            <a:xfrm>
              <a:off x="4661550" y="4637475"/>
              <a:ext cx="178075" cy="59050"/>
            </a:xfrm>
            <a:custGeom>
              <a:rect b="b" l="l" r="r" t="t"/>
              <a:pathLst>
                <a:path extrusionOk="0" h="2362" w="7123">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33"/>
            <p:cNvSpPr/>
            <p:nvPr/>
          </p:nvSpPr>
          <p:spPr>
            <a:xfrm>
              <a:off x="4124350" y="4637475"/>
              <a:ext cx="178075" cy="59050"/>
            </a:xfrm>
            <a:custGeom>
              <a:rect b="b" l="l" r="r" t="t"/>
              <a:pathLst>
                <a:path extrusionOk="0" h="2362" w="7123">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33"/>
            <p:cNvSpPr/>
            <p:nvPr/>
          </p:nvSpPr>
          <p:spPr>
            <a:xfrm>
              <a:off x="3538325" y="4763650"/>
              <a:ext cx="178075" cy="60050"/>
            </a:xfrm>
            <a:custGeom>
              <a:rect b="b" l="l" r="r" t="t"/>
              <a:pathLst>
                <a:path extrusionOk="0" h="2402" w="7123">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33"/>
            <p:cNvSpPr/>
            <p:nvPr/>
          </p:nvSpPr>
          <p:spPr>
            <a:xfrm>
              <a:off x="3642100" y="4679200"/>
              <a:ext cx="179100" cy="60050"/>
            </a:xfrm>
            <a:custGeom>
              <a:rect b="b" l="l" r="r" t="t"/>
              <a:pathLst>
                <a:path extrusionOk="0" h="2402" w="7164">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33"/>
            <p:cNvSpPr/>
            <p:nvPr/>
          </p:nvSpPr>
          <p:spPr>
            <a:xfrm>
              <a:off x="4877250" y="4637475"/>
              <a:ext cx="178075" cy="59050"/>
            </a:xfrm>
            <a:custGeom>
              <a:rect b="b" l="l" r="r" t="t"/>
              <a:pathLst>
                <a:path extrusionOk="0" h="2362" w="7123">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33"/>
            <p:cNvSpPr/>
            <p:nvPr/>
          </p:nvSpPr>
          <p:spPr>
            <a:xfrm>
              <a:off x="3485425" y="4806375"/>
              <a:ext cx="178075" cy="59025"/>
            </a:xfrm>
            <a:custGeom>
              <a:rect b="b" l="l" r="r" t="t"/>
              <a:pathLst>
                <a:path extrusionOk="0" h="2361" w="7123">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33"/>
            <p:cNvSpPr/>
            <p:nvPr/>
          </p:nvSpPr>
          <p:spPr>
            <a:xfrm>
              <a:off x="3695000" y="4637475"/>
              <a:ext cx="178075" cy="59050"/>
            </a:xfrm>
            <a:custGeom>
              <a:rect b="b" l="l" r="r" t="t"/>
              <a:pathLst>
                <a:path extrusionOk="0" h="2362" w="7123">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33"/>
            <p:cNvSpPr/>
            <p:nvPr/>
          </p:nvSpPr>
          <p:spPr>
            <a:xfrm>
              <a:off x="3909675" y="4637475"/>
              <a:ext cx="178075" cy="59050"/>
            </a:xfrm>
            <a:custGeom>
              <a:rect b="b" l="l" r="r" t="t"/>
              <a:pathLst>
                <a:path extrusionOk="0" h="2362" w="7123">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33"/>
            <p:cNvSpPr/>
            <p:nvPr/>
          </p:nvSpPr>
          <p:spPr>
            <a:xfrm>
              <a:off x="3801825" y="4637475"/>
              <a:ext cx="179100" cy="59050"/>
            </a:xfrm>
            <a:custGeom>
              <a:rect b="b" l="l" r="r" t="t"/>
              <a:pathLst>
                <a:path extrusionOk="0" h="2362" w="7164">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33"/>
            <p:cNvSpPr/>
            <p:nvPr/>
          </p:nvSpPr>
          <p:spPr>
            <a:xfrm>
              <a:off x="4017525" y="4637475"/>
              <a:ext cx="178075" cy="59050"/>
            </a:xfrm>
            <a:custGeom>
              <a:rect b="b" l="l" r="r" t="t"/>
              <a:pathLst>
                <a:path extrusionOk="0" h="2362" w="7123">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33"/>
            <p:cNvSpPr/>
            <p:nvPr/>
          </p:nvSpPr>
          <p:spPr>
            <a:xfrm>
              <a:off x="4791800" y="4478775"/>
              <a:ext cx="657275" cy="73275"/>
            </a:xfrm>
            <a:custGeom>
              <a:rect b="b" l="l" r="r" t="t"/>
              <a:pathLst>
                <a:path extrusionOk="0" h="2931" w="26291">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33"/>
            <p:cNvSpPr/>
            <p:nvPr/>
          </p:nvSpPr>
          <p:spPr>
            <a:xfrm>
              <a:off x="4786700" y="4470625"/>
              <a:ext cx="667450" cy="89550"/>
            </a:xfrm>
            <a:custGeom>
              <a:rect b="b" l="l" r="r" t="t"/>
              <a:pathLst>
                <a:path extrusionOk="0" h="3582" w="26698">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33"/>
            <p:cNvSpPr/>
            <p:nvPr/>
          </p:nvSpPr>
          <p:spPr>
            <a:xfrm>
              <a:off x="5097025" y="4128775"/>
              <a:ext cx="102775" cy="392750"/>
            </a:xfrm>
            <a:custGeom>
              <a:rect b="b" l="l" r="r" t="t"/>
              <a:pathLst>
                <a:path extrusionOk="0" h="15710" w="4111">
                  <a:moveTo>
                    <a:pt x="0" y="0"/>
                  </a:moveTo>
                  <a:lnTo>
                    <a:pt x="0" y="15709"/>
                  </a:lnTo>
                  <a:lnTo>
                    <a:pt x="4111" y="15709"/>
                  </a:lnTo>
                  <a:lnTo>
                    <a:pt x="411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33"/>
            <p:cNvSpPr/>
            <p:nvPr/>
          </p:nvSpPr>
          <p:spPr>
            <a:xfrm>
              <a:off x="5088875" y="4119600"/>
              <a:ext cx="120075" cy="410050"/>
            </a:xfrm>
            <a:custGeom>
              <a:rect b="b" l="l" r="r" t="t"/>
              <a:pathLst>
                <a:path extrusionOk="0" h="16402" w="4803">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33"/>
            <p:cNvSpPr/>
            <p:nvPr/>
          </p:nvSpPr>
          <p:spPr>
            <a:xfrm>
              <a:off x="5080750" y="4128775"/>
              <a:ext cx="135325" cy="284900"/>
            </a:xfrm>
            <a:custGeom>
              <a:rect b="b" l="l" r="r" t="t"/>
              <a:pathLst>
                <a:path extrusionOk="0" h="11396" w="5413">
                  <a:moveTo>
                    <a:pt x="0" y="0"/>
                  </a:moveTo>
                  <a:lnTo>
                    <a:pt x="0" y="11395"/>
                  </a:lnTo>
                  <a:lnTo>
                    <a:pt x="5413" y="11395"/>
                  </a:lnTo>
                  <a:lnTo>
                    <a:pt x="541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33"/>
            <p:cNvSpPr/>
            <p:nvPr/>
          </p:nvSpPr>
          <p:spPr>
            <a:xfrm>
              <a:off x="5072600" y="4119600"/>
              <a:ext cx="152650" cy="302200"/>
            </a:xfrm>
            <a:custGeom>
              <a:rect b="b" l="l" r="r" t="t"/>
              <a:pathLst>
                <a:path extrusionOk="0" h="12088" w="6106">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33"/>
            <p:cNvSpPr/>
            <p:nvPr/>
          </p:nvSpPr>
          <p:spPr>
            <a:xfrm>
              <a:off x="4319700" y="2821375"/>
              <a:ext cx="1707275" cy="1335900"/>
            </a:xfrm>
            <a:custGeom>
              <a:rect b="b" l="l" r="r" t="t"/>
              <a:pathLst>
                <a:path extrusionOk="0" h="53436" w="68291">
                  <a:moveTo>
                    <a:pt x="1" y="0"/>
                  </a:moveTo>
                  <a:lnTo>
                    <a:pt x="1" y="53436"/>
                  </a:lnTo>
                  <a:lnTo>
                    <a:pt x="68290" y="53436"/>
                  </a:lnTo>
                  <a:lnTo>
                    <a:pt x="6829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33"/>
            <p:cNvSpPr/>
            <p:nvPr/>
          </p:nvSpPr>
          <p:spPr>
            <a:xfrm>
              <a:off x="4310550" y="2813225"/>
              <a:ext cx="1724550" cy="1352200"/>
            </a:xfrm>
            <a:custGeom>
              <a:rect b="b" l="l" r="r" t="t"/>
              <a:pathLst>
                <a:path extrusionOk="0" h="54088" w="68982">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33"/>
            <p:cNvSpPr/>
            <p:nvPr/>
          </p:nvSpPr>
          <p:spPr>
            <a:xfrm>
              <a:off x="4410250" y="2892600"/>
              <a:ext cx="1525150" cy="1193450"/>
            </a:xfrm>
            <a:custGeom>
              <a:rect b="b" l="l" r="r" t="t"/>
              <a:pathLst>
                <a:path extrusionOk="0" h="47738" w="61006">
                  <a:moveTo>
                    <a:pt x="1" y="0"/>
                  </a:moveTo>
                  <a:lnTo>
                    <a:pt x="1" y="47738"/>
                  </a:lnTo>
                  <a:lnTo>
                    <a:pt x="61006" y="47738"/>
                  </a:lnTo>
                  <a:lnTo>
                    <a:pt x="610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33"/>
            <p:cNvSpPr/>
            <p:nvPr/>
          </p:nvSpPr>
          <p:spPr>
            <a:xfrm>
              <a:off x="4402125" y="2884450"/>
              <a:ext cx="1541425" cy="1209750"/>
            </a:xfrm>
            <a:custGeom>
              <a:rect b="b" l="l" r="r" t="t"/>
              <a:pathLst>
                <a:path extrusionOk="0" h="48390" w="61657">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33"/>
            <p:cNvSpPr/>
            <p:nvPr/>
          </p:nvSpPr>
          <p:spPr>
            <a:xfrm>
              <a:off x="4506925" y="2953625"/>
              <a:ext cx="534150" cy="335775"/>
            </a:xfrm>
            <a:custGeom>
              <a:rect b="b" l="l" r="r" t="t"/>
              <a:pathLst>
                <a:path extrusionOk="0" h="13431" w="21366">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33"/>
            <p:cNvSpPr/>
            <p:nvPr/>
          </p:nvSpPr>
          <p:spPr>
            <a:xfrm>
              <a:off x="4506925" y="3313800"/>
              <a:ext cx="534150" cy="334775"/>
            </a:xfrm>
            <a:custGeom>
              <a:rect b="b" l="l" r="r" t="t"/>
              <a:pathLst>
                <a:path extrusionOk="0" h="13391" w="21366">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33"/>
            <p:cNvSpPr/>
            <p:nvPr/>
          </p:nvSpPr>
          <p:spPr>
            <a:xfrm>
              <a:off x="4506925" y="3681100"/>
              <a:ext cx="534150" cy="335775"/>
            </a:xfrm>
            <a:custGeom>
              <a:rect b="b" l="l" r="r" t="t"/>
              <a:pathLst>
                <a:path extrusionOk="0" h="13431" w="21366">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33"/>
            <p:cNvSpPr/>
            <p:nvPr/>
          </p:nvSpPr>
          <p:spPr>
            <a:xfrm>
              <a:off x="5110250" y="2953625"/>
              <a:ext cx="534175" cy="335775"/>
            </a:xfrm>
            <a:custGeom>
              <a:rect b="b" l="l" r="r" t="t"/>
              <a:pathLst>
                <a:path extrusionOk="0" h="13431" w="21367">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33"/>
            <p:cNvSpPr/>
            <p:nvPr/>
          </p:nvSpPr>
          <p:spPr>
            <a:xfrm>
              <a:off x="5110250" y="3321950"/>
              <a:ext cx="534175" cy="335775"/>
            </a:xfrm>
            <a:custGeom>
              <a:rect b="b" l="l" r="r" t="t"/>
              <a:pathLst>
                <a:path extrusionOk="0" h="13431" w="21367">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33"/>
            <p:cNvSpPr/>
            <p:nvPr/>
          </p:nvSpPr>
          <p:spPr>
            <a:xfrm>
              <a:off x="3941225" y="2531400"/>
              <a:ext cx="657275" cy="73275"/>
            </a:xfrm>
            <a:custGeom>
              <a:rect b="b" l="l" r="r" t="t"/>
              <a:pathLst>
                <a:path extrusionOk="0" h="2931" w="26291">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33"/>
            <p:cNvSpPr/>
            <p:nvPr/>
          </p:nvSpPr>
          <p:spPr>
            <a:xfrm>
              <a:off x="3936125" y="2523250"/>
              <a:ext cx="668475" cy="89575"/>
            </a:xfrm>
            <a:custGeom>
              <a:rect b="b" l="l" r="r" t="t"/>
              <a:pathLst>
                <a:path extrusionOk="0" h="3583" w="26739">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33"/>
            <p:cNvSpPr/>
            <p:nvPr/>
          </p:nvSpPr>
          <p:spPr>
            <a:xfrm>
              <a:off x="4246450" y="2181400"/>
              <a:ext cx="103800" cy="392750"/>
            </a:xfrm>
            <a:custGeom>
              <a:rect b="b" l="l" r="r" t="t"/>
              <a:pathLst>
                <a:path extrusionOk="0" h="15710" w="4152">
                  <a:moveTo>
                    <a:pt x="1" y="1"/>
                  </a:moveTo>
                  <a:lnTo>
                    <a:pt x="1" y="15710"/>
                  </a:lnTo>
                  <a:lnTo>
                    <a:pt x="4152" y="15710"/>
                  </a:lnTo>
                  <a:lnTo>
                    <a:pt x="4152" y="1"/>
                  </a:lnTo>
                  <a:close/>
                </a:path>
              </a:pathLst>
            </a:cu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33"/>
            <p:cNvSpPr/>
            <p:nvPr/>
          </p:nvSpPr>
          <p:spPr>
            <a:xfrm>
              <a:off x="4238300" y="2172250"/>
              <a:ext cx="120100" cy="410050"/>
            </a:xfrm>
            <a:custGeom>
              <a:rect b="b" l="l" r="r" t="t"/>
              <a:pathLst>
                <a:path extrusionOk="0" h="16402" w="4804">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33"/>
            <p:cNvSpPr/>
            <p:nvPr/>
          </p:nvSpPr>
          <p:spPr>
            <a:xfrm>
              <a:off x="4230175" y="2181400"/>
              <a:ext cx="136350" cy="284900"/>
            </a:xfrm>
            <a:custGeom>
              <a:rect b="b" l="l" r="r" t="t"/>
              <a:pathLst>
                <a:path extrusionOk="0" h="11396" w="5454">
                  <a:moveTo>
                    <a:pt x="0" y="1"/>
                  </a:moveTo>
                  <a:lnTo>
                    <a:pt x="0" y="11396"/>
                  </a:lnTo>
                  <a:lnTo>
                    <a:pt x="5454" y="11396"/>
                  </a:lnTo>
                  <a:lnTo>
                    <a:pt x="545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33"/>
            <p:cNvSpPr/>
            <p:nvPr/>
          </p:nvSpPr>
          <p:spPr>
            <a:xfrm>
              <a:off x="4222025" y="2172250"/>
              <a:ext cx="152650" cy="303225"/>
            </a:xfrm>
            <a:custGeom>
              <a:rect b="b" l="l" r="r" t="t"/>
              <a:pathLst>
                <a:path extrusionOk="0" h="12129" w="6106">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33"/>
            <p:cNvSpPr/>
            <p:nvPr/>
          </p:nvSpPr>
          <p:spPr>
            <a:xfrm>
              <a:off x="3469125" y="874000"/>
              <a:ext cx="1707275" cy="1335925"/>
            </a:xfrm>
            <a:custGeom>
              <a:rect b="b" l="l" r="r" t="t"/>
              <a:pathLst>
                <a:path extrusionOk="0" h="53437" w="68291">
                  <a:moveTo>
                    <a:pt x="1" y="1"/>
                  </a:moveTo>
                  <a:lnTo>
                    <a:pt x="1" y="53436"/>
                  </a:lnTo>
                  <a:lnTo>
                    <a:pt x="68291" y="53436"/>
                  </a:lnTo>
                  <a:lnTo>
                    <a:pt x="6829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33"/>
            <p:cNvSpPr/>
            <p:nvPr/>
          </p:nvSpPr>
          <p:spPr>
            <a:xfrm>
              <a:off x="3461000" y="865875"/>
              <a:ext cx="1723550" cy="1352175"/>
            </a:xfrm>
            <a:custGeom>
              <a:rect b="b" l="l" r="r" t="t"/>
              <a:pathLst>
                <a:path extrusionOk="0" h="54087" w="68942">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33"/>
            <p:cNvSpPr/>
            <p:nvPr/>
          </p:nvSpPr>
          <p:spPr>
            <a:xfrm>
              <a:off x="3560700" y="945225"/>
              <a:ext cx="1524125" cy="1193475"/>
            </a:xfrm>
            <a:custGeom>
              <a:rect b="b" l="l" r="r" t="t"/>
              <a:pathLst>
                <a:path extrusionOk="0" h="47739" w="60965">
                  <a:moveTo>
                    <a:pt x="1" y="1"/>
                  </a:moveTo>
                  <a:lnTo>
                    <a:pt x="1" y="47738"/>
                  </a:lnTo>
                  <a:lnTo>
                    <a:pt x="60965" y="47738"/>
                  </a:lnTo>
                  <a:lnTo>
                    <a:pt x="6096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33"/>
            <p:cNvSpPr/>
            <p:nvPr/>
          </p:nvSpPr>
          <p:spPr>
            <a:xfrm>
              <a:off x="3551550" y="937075"/>
              <a:ext cx="1542450" cy="1209750"/>
            </a:xfrm>
            <a:custGeom>
              <a:rect b="b" l="l" r="r" t="t"/>
              <a:pathLst>
                <a:path extrusionOk="0" h="48390" w="61698">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33"/>
            <p:cNvSpPr/>
            <p:nvPr/>
          </p:nvSpPr>
          <p:spPr>
            <a:xfrm>
              <a:off x="3671600" y="1070375"/>
              <a:ext cx="637950" cy="293050"/>
            </a:xfrm>
            <a:custGeom>
              <a:rect b="b" l="l" r="r" t="t"/>
              <a:pathLst>
                <a:path extrusionOk="0" h="11722" w="25518">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33"/>
            <p:cNvSpPr/>
            <p:nvPr/>
          </p:nvSpPr>
          <p:spPr>
            <a:xfrm>
              <a:off x="3760125" y="1538400"/>
              <a:ext cx="1047975" cy="116000"/>
            </a:xfrm>
            <a:custGeom>
              <a:rect b="b" l="l" r="r" t="t"/>
              <a:pathLst>
                <a:path extrusionOk="0" h="4640" w="41919">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33"/>
            <p:cNvSpPr/>
            <p:nvPr/>
          </p:nvSpPr>
          <p:spPr>
            <a:xfrm>
              <a:off x="3760125" y="1639125"/>
              <a:ext cx="1047975" cy="116000"/>
            </a:xfrm>
            <a:custGeom>
              <a:rect b="b" l="l" r="r" t="t"/>
              <a:pathLst>
                <a:path extrusionOk="0" h="4640" w="41919">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33"/>
            <p:cNvSpPr/>
            <p:nvPr/>
          </p:nvSpPr>
          <p:spPr>
            <a:xfrm>
              <a:off x="3760125" y="1866000"/>
              <a:ext cx="1047975" cy="115000"/>
            </a:xfrm>
            <a:custGeom>
              <a:rect b="b" l="l" r="r" t="t"/>
              <a:pathLst>
                <a:path extrusionOk="0" h="4600" w="41919">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33"/>
            <p:cNvSpPr/>
            <p:nvPr/>
          </p:nvSpPr>
          <p:spPr>
            <a:xfrm>
              <a:off x="3760125" y="1764250"/>
              <a:ext cx="1047975" cy="116025"/>
            </a:xfrm>
            <a:custGeom>
              <a:rect b="b" l="l" r="r" t="t"/>
              <a:pathLst>
                <a:path extrusionOk="0" h="4641" w="41919">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33"/>
            <p:cNvSpPr/>
            <p:nvPr/>
          </p:nvSpPr>
          <p:spPr>
            <a:xfrm>
              <a:off x="4825375" y="1479375"/>
              <a:ext cx="96675" cy="97700"/>
            </a:xfrm>
            <a:custGeom>
              <a:rect b="b" l="l" r="r" t="t"/>
              <a:pathLst>
                <a:path extrusionOk="0" h="3908" w="3867">
                  <a:moveTo>
                    <a:pt x="0" y="1"/>
                  </a:moveTo>
                  <a:lnTo>
                    <a:pt x="0" y="3908"/>
                  </a:lnTo>
                  <a:lnTo>
                    <a:pt x="3866" y="3908"/>
                  </a:lnTo>
                  <a:lnTo>
                    <a:pt x="386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33"/>
            <p:cNvSpPr/>
            <p:nvPr/>
          </p:nvSpPr>
          <p:spPr>
            <a:xfrm>
              <a:off x="4825375" y="1599425"/>
              <a:ext cx="96675" cy="96700"/>
            </a:xfrm>
            <a:custGeom>
              <a:rect b="b" l="l" r="r" t="t"/>
              <a:pathLst>
                <a:path extrusionOk="0" h="3868" w="3867">
                  <a:moveTo>
                    <a:pt x="0" y="1"/>
                  </a:moveTo>
                  <a:lnTo>
                    <a:pt x="0" y="3867"/>
                  </a:lnTo>
                  <a:lnTo>
                    <a:pt x="3866" y="3867"/>
                  </a:lnTo>
                  <a:lnTo>
                    <a:pt x="386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33"/>
            <p:cNvSpPr/>
            <p:nvPr/>
          </p:nvSpPr>
          <p:spPr>
            <a:xfrm>
              <a:off x="4825375" y="1804950"/>
              <a:ext cx="96675" cy="96675"/>
            </a:xfrm>
            <a:custGeom>
              <a:rect b="b" l="l" r="r" t="t"/>
              <a:pathLst>
                <a:path extrusionOk="0" h="3867" w="3867">
                  <a:moveTo>
                    <a:pt x="0" y="1"/>
                  </a:moveTo>
                  <a:lnTo>
                    <a:pt x="0" y="3867"/>
                  </a:lnTo>
                  <a:lnTo>
                    <a:pt x="3866" y="3867"/>
                  </a:lnTo>
                  <a:lnTo>
                    <a:pt x="386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33"/>
            <p:cNvSpPr/>
            <p:nvPr/>
          </p:nvSpPr>
          <p:spPr>
            <a:xfrm>
              <a:off x="4825375" y="1924000"/>
              <a:ext cx="96675" cy="97700"/>
            </a:xfrm>
            <a:custGeom>
              <a:rect b="b" l="l" r="r" t="t"/>
              <a:pathLst>
                <a:path extrusionOk="0" h="3908" w="3867">
                  <a:moveTo>
                    <a:pt x="0" y="0"/>
                  </a:moveTo>
                  <a:lnTo>
                    <a:pt x="0" y="3907"/>
                  </a:lnTo>
                  <a:lnTo>
                    <a:pt x="3866" y="3907"/>
                  </a:lnTo>
                  <a:lnTo>
                    <a:pt x="386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33"/>
            <p:cNvSpPr/>
            <p:nvPr/>
          </p:nvSpPr>
          <p:spPr>
            <a:xfrm>
              <a:off x="3644125" y="1479375"/>
              <a:ext cx="96700" cy="97700"/>
            </a:xfrm>
            <a:custGeom>
              <a:rect b="b" l="l" r="r" t="t"/>
              <a:pathLst>
                <a:path extrusionOk="0" h="3908" w="3868">
                  <a:moveTo>
                    <a:pt x="1" y="1"/>
                  </a:moveTo>
                  <a:lnTo>
                    <a:pt x="1" y="3908"/>
                  </a:lnTo>
                  <a:lnTo>
                    <a:pt x="3867" y="3908"/>
                  </a:lnTo>
                  <a:lnTo>
                    <a:pt x="386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33"/>
            <p:cNvSpPr/>
            <p:nvPr/>
          </p:nvSpPr>
          <p:spPr>
            <a:xfrm>
              <a:off x="3644125" y="1599425"/>
              <a:ext cx="96700" cy="96700"/>
            </a:xfrm>
            <a:custGeom>
              <a:rect b="b" l="l" r="r" t="t"/>
              <a:pathLst>
                <a:path extrusionOk="0" h="3868" w="3868">
                  <a:moveTo>
                    <a:pt x="1" y="1"/>
                  </a:moveTo>
                  <a:lnTo>
                    <a:pt x="1" y="3867"/>
                  </a:lnTo>
                  <a:lnTo>
                    <a:pt x="3867" y="3867"/>
                  </a:lnTo>
                  <a:lnTo>
                    <a:pt x="386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33"/>
            <p:cNvSpPr/>
            <p:nvPr/>
          </p:nvSpPr>
          <p:spPr>
            <a:xfrm>
              <a:off x="3644125" y="1804950"/>
              <a:ext cx="96700" cy="96675"/>
            </a:xfrm>
            <a:custGeom>
              <a:rect b="b" l="l" r="r" t="t"/>
              <a:pathLst>
                <a:path extrusionOk="0" h="3867" w="3868">
                  <a:moveTo>
                    <a:pt x="1" y="1"/>
                  </a:moveTo>
                  <a:lnTo>
                    <a:pt x="1" y="3867"/>
                  </a:lnTo>
                  <a:lnTo>
                    <a:pt x="3867" y="3867"/>
                  </a:lnTo>
                  <a:lnTo>
                    <a:pt x="386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33"/>
            <p:cNvSpPr/>
            <p:nvPr/>
          </p:nvSpPr>
          <p:spPr>
            <a:xfrm>
              <a:off x="3644125" y="1924000"/>
              <a:ext cx="96700" cy="97700"/>
            </a:xfrm>
            <a:custGeom>
              <a:rect b="b" l="l" r="r" t="t"/>
              <a:pathLst>
                <a:path extrusionOk="0" h="3908" w="3868">
                  <a:moveTo>
                    <a:pt x="1" y="0"/>
                  </a:moveTo>
                  <a:lnTo>
                    <a:pt x="1" y="3907"/>
                  </a:lnTo>
                  <a:lnTo>
                    <a:pt x="3867" y="3907"/>
                  </a:lnTo>
                  <a:lnTo>
                    <a:pt x="386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33"/>
            <p:cNvSpPr/>
            <p:nvPr/>
          </p:nvSpPr>
          <p:spPr>
            <a:xfrm>
              <a:off x="4389900" y="1053075"/>
              <a:ext cx="534175" cy="335775"/>
            </a:xfrm>
            <a:custGeom>
              <a:rect b="b" l="l" r="r" t="t"/>
              <a:pathLst>
                <a:path extrusionOk="0" h="13431" w="21367">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33"/>
            <p:cNvSpPr/>
            <p:nvPr/>
          </p:nvSpPr>
          <p:spPr>
            <a:xfrm>
              <a:off x="2792550" y="4478775"/>
              <a:ext cx="657275" cy="73275"/>
            </a:xfrm>
            <a:custGeom>
              <a:rect b="b" l="l" r="r" t="t"/>
              <a:pathLst>
                <a:path extrusionOk="0" h="2931" w="26291">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33"/>
            <p:cNvSpPr/>
            <p:nvPr/>
          </p:nvSpPr>
          <p:spPr>
            <a:xfrm>
              <a:off x="2787450" y="4470625"/>
              <a:ext cx="667475" cy="89550"/>
            </a:xfrm>
            <a:custGeom>
              <a:rect b="b" l="l" r="r" t="t"/>
              <a:pathLst>
                <a:path extrusionOk="0" h="3582" w="26699">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33"/>
            <p:cNvSpPr/>
            <p:nvPr/>
          </p:nvSpPr>
          <p:spPr>
            <a:xfrm>
              <a:off x="3097775" y="4128775"/>
              <a:ext cx="102775" cy="392750"/>
            </a:xfrm>
            <a:custGeom>
              <a:rect b="b" l="l" r="r" t="t"/>
              <a:pathLst>
                <a:path extrusionOk="0" h="15710" w="4111">
                  <a:moveTo>
                    <a:pt x="1" y="0"/>
                  </a:moveTo>
                  <a:lnTo>
                    <a:pt x="1" y="15709"/>
                  </a:lnTo>
                  <a:lnTo>
                    <a:pt x="4111" y="15709"/>
                  </a:lnTo>
                  <a:lnTo>
                    <a:pt x="411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33"/>
            <p:cNvSpPr/>
            <p:nvPr/>
          </p:nvSpPr>
          <p:spPr>
            <a:xfrm>
              <a:off x="3089625" y="4119600"/>
              <a:ext cx="120100" cy="410050"/>
            </a:xfrm>
            <a:custGeom>
              <a:rect b="b" l="l" r="r" t="t"/>
              <a:pathLst>
                <a:path extrusionOk="0" h="16402" w="4804">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33"/>
            <p:cNvSpPr/>
            <p:nvPr/>
          </p:nvSpPr>
          <p:spPr>
            <a:xfrm>
              <a:off x="3081500" y="4128775"/>
              <a:ext cx="135350" cy="284900"/>
            </a:xfrm>
            <a:custGeom>
              <a:rect b="b" l="l" r="r" t="t"/>
              <a:pathLst>
                <a:path extrusionOk="0" h="11396" w="5414">
                  <a:moveTo>
                    <a:pt x="0" y="0"/>
                  </a:moveTo>
                  <a:lnTo>
                    <a:pt x="0" y="11395"/>
                  </a:lnTo>
                  <a:lnTo>
                    <a:pt x="5413" y="11395"/>
                  </a:lnTo>
                  <a:lnTo>
                    <a:pt x="541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33"/>
            <p:cNvSpPr/>
            <p:nvPr/>
          </p:nvSpPr>
          <p:spPr>
            <a:xfrm>
              <a:off x="3073350" y="4119600"/>
              <a:ext cx="152650" cy="302200"/>
            </a:xfrm>
            <a:custGeom>
              <a:rect b="b" l="l" r="r" t="t"/>
              <a:pathLst>
                <a:path extrusionOk="0" h="12088" w="6106">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33"/>
            <p:cNvSpPr/>
            <p:nvPr/>
          </p:nvSpPr>
          <p:spPr>
            <a:xfrm>
              <a:off x="2320450" y="2821375"/>
              <a:ext cx="1707275" cy="1335900"/>
            </a:xfrm>
            <a:custGeom>
              <a:rect b="b" l="l" r="r" t="t"/>
              <a:pathLst>
                <a:path extrusionOk="0" h="53436" w="68291">
                  <a:moveTo>
                    <a:pt x="1" y="0"/>
                  </a:moveTo>
                  <a:lnTo>
                    <a:pt x="1" y="53436"/>
                  </a:lnTo>
                  <a:lnTo>
                    <a:pt x="68291" y="53436"/>
                  </a:lnTo>
                  <a:lnTo>
                    <a:pt x="6829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33"/>
            <p:cNvSpPr/>
            <p:nvPr/>
          </p:nvSpPr>
          <p:spPr>
            <a:xfrm>
              <a:off x="2311300" y="2813225"/>
              <a:ext cx="1724575" cy="1352200"/>
            </a:xfrm>
            <a:custGeom>
              <a:rect b="b" l="l" r="r" t="t"/>
              <a:pathLst>
                <a:path extrusionOk="0" h="54088" w="68983">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33"/>
            <p:cNvSpPr/>
            <p:nvPr/>
          </p:nvSpPr>
          <p:spPr>
            <a:xfrm>
              <a:off x="2411025" y="2892600"/>
              <a:ext cx="1525125" cy="1193450"/>
            </a:xfrm>
            <a:custGeom>
              <a:rect b="b" l="l" r="r" t="t"/>
              <a:pathLst>
                <a:path extrusionOk="0" h="47738" w="61005">
                  <a:moveTo>
                    <a:pt x="0" y="0"/>
                  </a:moveTo>
                  <a:lnTo>
                    <a:pt x="0" y="47738"/>
                  </a:lnTo>
                  <a:lnTo>
                    <a:pt x="61005" y="47738"/>
                  </a:lnTo>
                  <a:lnTo>
                    <a:pt x="610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33"/>
            <p:cNvSpPr/>
            <p:nvPr/>
          </p:nvSpPr>
          <p:spPr>
            <a:xfrm>
              <a:off x="2402875" y="2884450"/>
              <a:ext cx="1541425" cy="1209750"/>
            </a:xfrm>
            <a:custGeom>
              <a:rect b="b" l="l" r="r" t="t"/>
              <a:pathLst>
                <a:path extrusionOk="0" h="48390" w="61657">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33"/>
            <p:cNvSpPr/>
            <p:nvPr/>
          </p:nvSpPr>
          <p:spPr>
            <a:xfrm>
              <a:off x="2700975" y="2953625"/>
              <a:ext cx="534175" cy="335775"/>
            </a:xfrm>
            <a:custGeom>
              <a:rect b="b" l="l" r="r" t="t"/>
              <a:pathLst>
                <a:path extrusionOk="0" h="13431" w="21367">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33"/>
            <p:cNvSpPr/>
            <p:nvPr/>
          </p:nvSpPr>
          <p:spPr>
            <a:xfrm>
              <a:off x="2700975" y="3313800"/>
              <a:ext cx="534175" cy="334775"/>
            </a:xfrm>
            <a:custGeom>
              <a:rect b="b" l="l" r="r" t="t"/>
              <a:pathLst>
                <a:path extrusionOk="0" h="13391" w="21367">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33"/>
            <p:cNvSpPr/>
            <p:nvPr/>
          </p:nvSpPr>
          <p:spPr>
            <a:xfrm>
              <a:off x="2700975" y="3681100"/>
              <a:ext cx="534175" cy="335775"/>
            </a:xfrm>
            <a:custGeom>
              <a:rect b="b" l="l" r="r" t="t"/>
              <a:pathLst>
                <a:path extrusionOk="0" h="13431" w="21367">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33"/>
            <p:cNvSpPr/>
            <p:nvPr/>
          </p:nvSpPr>
          <p:spPr>
            <a:xfrm>
              <a:off x="2692850" y="3672950"/>
              <a:ext cx="551450" cy="352075"/>
            </a:xfrm>
            <a:custGeom>
              <a:rect b="b" l="l" r="r" t="t"/>
              <a:pathLst>
                <a:path extrusionOk="0" h="14083" w="22058">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33"/>
            <p:cNvSpPr/>
            <p:nvPr/>
          </p:nvSpPr>
          <p:spPr>
            <a:xfrm>
              <a:off x="3304325" y="2953625"/>
              <a:ext cx="534175" cy="335775"/>
            </a:xfrm>
            <a:custGeom>
              <a:rect b="b" l="l" r="r" t="t"/>
              <a:pathLst>
                <a:path extrusionOk="0" h="13431" w="21367">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33"/>
            <p:cNvSpPr/>
            <p:nvPr/>
          </p:nvSpPr>
          <p:spPr>
            <a:xfrm>
              <a:off x="3304325" y="3321950"/>
              <a:ext cx="534175" cy="335775"/>
            </a:xfrm>
            <a:custGeom>
              <a:rect b="b" l="l" r="r" t="t"/>
              <a:pathLst>
                <a:path extrusionOk="0" h="13431" w="21367">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33"/>
            <p:cNvSpPr/>
            <p:nvPr/>
          </p:nvSpPr>
          <p:spPr>
            <a:xfrm>
              <a:off x="3173075" y="2324875"/>
              <a:ext cx="135325" cy="249275"/>
            </a:xfrm>
            <a:custGeom>
              <a:rect b="b" l="l" r="r" t="t"/>
              <a:pathLst>
                <a:path extrusionOk="0" h="9971" w="5413">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33"/>
            <p:cNvSpPr/>
            <p:nvPr/>
          </p:nvSpPr>
          <p:spPr>
            <a:xfrm>
              <a:off x="2390675" y="1910275"/>
              <a:ext cx="866850" cy="1118675"/>
            </a:xfrm>
            <a:custGeom>
              <a:rect b="b" l="l" r="r" t="t"/>
              <a:pathLst>
                <a:path extrusionOk="0" h="44747" w="34674">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33"/>
            <p:cNvSpPr/>
            <p:nvPr/>
          </p:nvSpPr>
          <p:spPr>
            <a:xfrm>
              <a:off x="2431350" y="1943325"/>
              <a:ext cx="633900" cy="998125"/>
            </a:xfrm>
            <a:custGeom>
              <a:rect b="b" l="l" r="r" t="t"/>
              <a:pathLst>
                <a:path extrusionOk="0" h="39925" w="25356">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33"/>
            <p:cNvSpPr/>
            <p:nvPr/>
          </p:nvSpPr>
          <p:spPr>
            <a:xfrm>
              <a:off x="2939050" y="2055250"/>
              <a:ext cx="304250" cy="177050"/>
            </a:xfrm>
            <a:custGeom>
              <a:rect b="b" l="l" r="r" t="t"/>
              <a:pathLst>
                <a:path extrusionOk="0" h="7082" w="1217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33"/>
            <p:cNvSpPr/>
            <p:nvPr/>
          </p:nvSpPr>
          <p:spPr>
            <a:xfrm>
              <a:off x="2382525" y="1901600"/>
              <a:ext cx="878075" cy="1136150"/>
            </a:xfrm>
            <a:custGeom>
              <a:rect b="b" l="l" r="r" t="t"/>
              <a:pathLst>
                <a:path extrusionOk="0" h="45446" w="35123">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33"/>
            <p:cNvSpPr/>
            <p:nvPr/>
          </p:nvSpPr>
          <p:spPr>
            <a:xfrm>
              <a:off x="2417125" y="1742250"/>
              <a:ext cx="1039825" cy="903125"/>
            </a:xfrm>
            <a:custGeom>
              <a:rect b="b" l="l" r="r" t="t"/>
              <a:pathLst>
                <a:path extrusionOk="0" h="36125" w="41593">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33"/>
            <p:cNvSpPr/>
            <p:nvPr/>
          </p:nvSpPr>
          <p:spPr>
            <a:xfrm>
              <a:off x="2435425" y="1733725"/>
              <a:ext cx="997100" cy="919800"/>
            </a:xfrm>
            <a:custGeom>
              <a:rect b="b" l="l" r="r" t="t"/>
              <a:pathLst>
                <a:path extrusionOk="0" h="36792" w="39884">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33"/>
            <p:cNvSpPr/>
            <p:nvPr/>
          </p:nvSpPr>
          <p:spPr>
            <a:xfrm>
              <a:off x="2586000" y="2406000"/>
              <a:ext cx="59050" cy="52500"/>
            </a:xfrm>
            <a:custGeom>
              <a:rect b="b" l="l" r="r" t="t"/>
              <a:pathLst>
                <a:path extrusionOk="0" h="2100" w="2362">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33"/>
            <p:cNvSpPr/>
            <p:nvPr/>
          </p:nvSpPr>
          <p:spPr>
            <a:xfrm>
              <a:off x="2671475" y="1981950"/>
              <a:ext cx="727475" cy="348225"/>
            </a:xfrm>
            <a:custGeom>
              <a:rect b="b" l="l" r="r" t="t"/>
              <a:pathLst>
                <a:path extrusionOk="0" h="13929" w="29099">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33"/>
            <p:cNvSpPr/>
            <p:nvPr/>
          </p:nvSpPr>
          <p:spPr>
            <a:xfrm>
              <a:off x="2657225" y="2145625"/>
              <a:ext cx="358175" cy="400300"/>
            </a:xfrm>
            <a:custGeom>
              <a:rect b="b" l="l" r="r" t="t"/>
              <a:pathLst>
                <a:path extrusionOk="0" h="16012" w="14327">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33"/>
            <p:cNvSpPr/>
            <p:nvPr/>
          </p:nvSpPr>
          <p:spPr>
            <a:xfrm>
              <a:off x="2814925" y="2364375"/>
              <a:ext cx="487375" cy="66325"/>
            </a:xfrm>
            <a:custGeom>
              <a:rect b="b" l="l" r="r" t="t"/>
              <a:pathLst>
                <a:path extrusionOk="0" h="2653" w="19495">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33"/>
            <p:cNvSpPr/>
            <p:nvPr/>
          </p:nvSpPr>
          <p:spPr>
            <a:xfrm>
              <a:off x="2735575" y="2281825"/>
              <a:ext cx="160775" cy="314125"/>
            </a:xfrm>
            <a:custGeom>
              <a:rect b="b" l="l" r="r" t="t"/>
              <a:pathLst>
                <a:path extrusionOk="0" h="12565" w="6431">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33"/>
            <p:cNvSpPr/>
            <p:nvPr/>
          </p:nvSpPr>
          <p:spPr>
            <a:xfrm>
              <a:off x="2734550" y="2272975"/>
              <a:ext cx="163825" cy="331700"/>
            </a:xfrm>
            <a:custGeom>
              <a:rect b="b" l="l" r="r" t="t"/>
              <a:pathLst>
                <a:path extrusionOk="0" h="13268" w="6553">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33"/>
            <p:cNvSpPr/>
            <p:nvPr/>
          </p:nvSpPr>
          <p:spPr>
            <a:xfrm>
              <a:off x="1585875" y="4992575"/>
              <a:ext cx="2500875" cy="466000"/>
            </a:xfrm>
            <a:custGeom>
              <a:rect b="b" l="l" r="r" t="t"/>
              <a:pathLst>
                <a:path extrusionOk="0" h="18640" w="100035">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33"/>
            <p:cNvSpPr/>
            <p:nvPr/>
          </p:nvSpPr>
          <p:spPr>
            <a:xfrm>
              <a:off x="1577750" y="4984425"/>
              <a:ext cx="2518150" cy="483300"/>
            </a:xfrm>
            <a:custGeom>
              <a:rect b="b" l="l" r="r" t="t"/>
              <a:pathLst>
                <a:path extrusionOk="0" h="19332" w="100726">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33"/>
            <p:cNvSpPr/>
            <p:nvPr/>
          </p:nvSpPr>
          <p:spPr>
            <a:xfrm>
              <a:off x="1598100" y="2881400"/>
              <a:ext cx="1406100" cy="2341600"/>
            </a:xfrm>
            <a:custGeom>
              <a:rect b="b" l="l" r="r" t="t"/>
              <a:pathLst>
                <a:path extrusionOk="0" h="93664" w="56244">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33"/>
            <p:cNvSpPr/>
            <p:nvPr/>
          </p:nvSpPr>
          <p:spPr>
            <a:xfrm>
              <a:off x="1631675" y="2921075"/>
              <a:ext cx="1264675" cy="2293325"/>
            </a:xfrm>
            <a:custGeom>
              <a:rect b="b" l="l" r="r" t="t"/>
              <a:pathLst>
                <a:path extrusionOk="0" h="91733" w="50587">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33"/>
            <p:cNvSpPr/>
            <p:nvPr/>
          </p:nvSpPr>
          <p:spPr>
            <a:xfrm>
              <a:off x="2061025" y="3553925"/>
              <a:ext cx="189250" cy="494225"/>
            </a:xfrm>
            <a:custGeom>
              <a:rect b="b" l="l" r="r" t="t"/>
              <a:pathLst>
                <a:path extrusionOk="0" h="19769" w="757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33"/>
            <p:cNvSpPr/>
            <p:nvPr/>
          </p:nvSpPr>
          <p:spPr>
            <a:xfrm>
              <a:off x="2482225" y="4041475"/>
              <a:ext cx="199450" cy="202600"/>
            </a:xfrm>
            <a:custGeom>
              <a:rect b="b" l="l" r="r" t="t"/>
              <a:pathLst>
                <a:path extrusionOk="0" h="8104" w="7978">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33"/>
            <p:cNvSpPr/>
            <p:nvPr/>
          </p:nvSpPr>
          <p:spPr>
            <a:xfrm>
              <a:off x="2361150" y="4252250"/>
              <a:ext cx="335775" cy="50525"/>
            </a:xfrm>
            <a:custGeom>
              <a:rect b="b" l="l" r="r" t="t"/>
              <a:pathLst>
                <a:path extrusionOk="0" h="2021" w="13431">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33"/>
            <p:cNvSpPr/>
            <p:nvPr/>
          </p:nvSpPr>
          <p:spPr>
            <a:xfrm>
              <a:off x="2311300" y="4874800"/>
              <a:ext cx="481275" cy="353625"/>
            </a:xfrm>
            <a:custGeom>
              <a:rect b="b" l="l" r="r" t="t"/>
              <a:pathLst>
                <a:path extrusionOk="0" h="14145" w="19251">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33"/>
            <p:cNvSpPr/>
            <p:nvPr/>
          </p:nvSpPr>
          <p:spPr>
            <a:xfrm>
              <a:off x="1614375" y="2872825"/>
              <a:ext cx="1385750" cy="2358850"/>
            </a:xfrm>
            <a:custGeom>
              <a:rect b="b" l="l" r="r" t="t"/>
              <a:pathLst>
                <a:path extrusionOk="0" h="94354" w="5543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33"/>
            <p:cNvSpPr/>
            <p:nvPr/>
          </p:nvSpPr>
          <p:spPr>
            <a:xfrm>
              <a:off x="2237025" y="2767550"/>
              <a:ext cx="724450" cy="471000"/>
            </a:xfrm>
            <a:custGeom>
              <a:rect b="b" l="l" r="r" t="t"/>
              <a:pathLst>
                <a:path extrusionOk="0" h="18840" w="28978">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33"/>
            <p:cNvSpPr/>
            <p:nvPr/>
          </p:nvSpPr>
          <p:spPr>
            <a:xfrm>
              <a:off x="2237025" y="2767450"/>
              <a:ext cx="532150" cy="315425"/>
            </a:xfrm>
            <a:custGeom>
              <a:rect b="b" l="l" r="r" t="t"/>
              <a:pathLst>
                <a:path extrusionOk="0" h="12617" w="21286">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33"/>
            <p:cNvSpPr/>
            <p:nvPr/>
          </p:nvSpPr>
          <p:spPr>
            <a:xfrm>
              <a:off x="2227875" y="2759300"/>
              <a:ext cx="742750" cy="488050"/>
            </a:xfrm>
            <a:custGeom>
              <a:rect b="b" l="l" r="r" t="t"/>
              <a:pathLst>
                <a:path extrusionOk="0" h="19522" w="2971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33"/>
            <p:cNvSpPr/>
            <p:nvPr/>
          </p:nvSpPr>
          <p:spPr>
            <a:xfrm>
              <a:off x="3860850" y="4333950"/>
              <a:ext cx="672550" cy="470425"/>
            </a:xfrm>
            <a:custGeom>
              <a:rect b="b" l="l" r="r" t="t"/>
              <a:pathLst>
                <a:path extrusionOk="0" h="18817" w="26902">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33"/>
            <p:cNvSpPr/>
            <p:nvPr/>
          </p:nvSpPr>
          <p:spPr>
            <a:xfrm>
              <a:off x="3852700" y="4326150"/>
              <a:ext cx="674575" cy="486350"/>
            </a:xfrm>
            <a:custGeom>
              <a:rect b="b" l="l" r="r" t="t"/>
              <a:pathLst>
                <a:path extrusionOk="0" h="19454" w="26983">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33"/>
            <p:cNvSpPr/>
            <p:nvPr/>
          </p:nvSpPr>
          <p:spPr>
            <a:xfrm>
              <a:off x="4208800" y="4389225"/>
              <a:ext cx="212675" cy="101775"/>
            </a:xfrm>
            <a:custGeom>
              <a:rect b="b" l="l" r="r" t="t"/>
              <a:pathLst>
                <a:path extrusionOk="0" h="4071" w="8507">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33"/>
            <p:cNvSpPr/>
            <p:nvPr/>
          </p:nvSpPr>
          <p:spPr>
            <a:xfrm>
              <a:off x="4107075" y="4395325"/>
              <a:ext cx="78350" cy="56000"/>
            </a:xfrm>
            <a:custGeom>
              <a:rect b="b" l="l" r="r" t="t"/>
              <a:pathLst>
                <a:path extrusionOk="0" h="2240" w="3134">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33"/>
            <p:cNvSpPr/>
            <p:nvPr/>
          </p:nvSpPr>
          <p:spPr>
            <a:xfrm>
              <a:off x="3132375" y="4321475"/>
              <a:ext cx="590625" cy="357750"/>
            </a:xfrm>
            <a:custGeom>
              <a:rect b="b" l="l" r="r" t="t"/>
              <a:pathLst>
                <a:path extrusionOk="0" h="14310" w="23625">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33"/>
            <p:cNvSpPr/>
            <p:nvPr/>
          </p:nvSpPr>
          <p:spPr>
            <a:xfrm>
              <a:off x="3136450" y="4312925"/>
              <a:ext cx="579950" cy="374425"/>
            </a:xfrm>
            <a:custGeom>
              <a:rect b="b" l="l" r="r" t="t"/>
              <a:pathLst>
                <a:path extrusionOk="0" h="14977" w="23198">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33"/>
            <p:cNvSpPr/>
            <p:nvPr/>
          </p:nvSpPr>
          <p:spPr>
            <a:xfrm>
              <a:off x="3444725" y="4365825"/>
              <a:ext cx="110925" cy="69225"/>
            </a:xfrm>
            <a:custGeom>
              <a:rect b="b" l="l" r="r" t="t"/>
              <a:pathLst>
                <a:path extrusionOk="0" h="2769" w="4437">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33"/>
            <p:cNvSpPr/>
            <p:nvPr/>
          </p:nvSpPr>
          <p:spPr>
            <a:xfrm>
              <a:off x="3362300" y="4339625"/>
              <a:ext cx="85500" cy="62600"/>
            </a:xfrm>
            <a:custGeom>
              <a:rect b="b" l="l" r="r" t="t"/>
              <a:pathLst>
                <a:path extrusionOk="0" h="2504" w="342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33"/>
            <p:cNvSpPr/>
            <p:nvPr/>
          </p:nvSpPr>
          <p:spPr>
            <a:xfrm>
              <a:off x="2535150" y="3264975"/>
              <a:ext cx="1519025" cy="2054400"/>
            </a:xfrm>
            <a:custGeom>
              <a:rect b="b" l="l" r="r" t="t"/>
              <a:pathLst>
                <a:path extrusionOk="0" h="82176" w="60761">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33"/>
            <p:cNvSpPr/>
            <p:nvPr/>
          </p:nvSpPr>
          <p:spPr>
            <a:xfrm>
              <a:off x="2553450" y="3316850"/>
              <a:ext cx="1490550" cy="2002325"/>
            </a:xfrm>
            <a:custGeom>
              <a:rect b="b" l="l" r="r" t="t"/>
              <a:pathLst>
                <a:path extrusionOk="0" h="80093" w="59622">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33"/>
            <p:cNvSpPr/>
            <p:nvPr/>
          </p:nvSpPr>
          <p:spPr>
            <a:xfrm>
              <a:off x="2545325" y="3256325"/>
              <a:ext cx="1502750" cy="2072025"/>
            </a:xfrm>
            <a:custGeom>
              <a:rect b="b" l="l" r="r" t="t"/>
              <a:pathLst>
                <a:path extrusionOk="0" h="82881" w="6011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33"/>
            <p:cNvSpPr/>
            <p:nvPr/>
          </p:nvSpPr>
          <p:spPr>
            <a:xfrm>
              <a:off x="3802850" y="4638300"/>
              <a:ext cx="175025" cy="233225"/>
            </a:xfrm>
            <a:custGeom>
              <a:rect b="b" l="l" r="r" t="t"/>
              <a:pathLst>
                <a:path extrusionOk="0" h="9329" w="7001">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33"/>
            <p:cNvSpPr/>
            <p:nvPr/>
          </p:nvSpPr>
          <p:spPr>
            <a:xfrm>
              <a:off x="975425" y="2808800"/>
              <a:ext cx="1312500" cy="2649775"/>
            </a:xfrm>
            <a:custGeom>
              <a:rect b="b" l="l" r="r" t="t"/>
              <a:pathLst>
                <a:path extrusionOk="0" h="105991" w="5250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33"/>
            <p:cNvSpPr/>
            <p:nvPr/>
          </p:nvSpPr>
          <p:spPr>
            <a:xfrm>
              <a:off x="966275" y="2801025"/>
              <a:ext cx="1330800" cy="2666700"/>
            </a:xfrm>
            <a:custGeom>
              <a:rect b="b" l="l" r="r" t="t"/>
              <a:pathLst>
                <a:path extrusionOk="0" h="106668" w="53232">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33"/>
            <p:cNvSpPr/>
            <p:nvPr/>
          </p:nvSpPr>
          <p:spPr>
            <a:xfrm>
              <a:off x="474850" y="2774800"/>
              <a:ext cx="1737800" cy="2683775"/>
            </a:xfrm>
            <a:custGeom>
              <a:rect b="b" l="l" r="r" t="t"/>
              <a:pathLst>
                <a:path extrusionOk="0" h="107351" w="69512">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33"/>
            <p:cNvSpPr/>
            <p:nvPr/>
          </p:nvSpPr>
          <p:spPr>
            <a:xfrm>
              <a:off x="469775" y="2766425"/>
              <a:ext cx="1751000" cy="2701300"/>
            </a:xfrm>
            <a:custGeom>
              <a:rect b="b" l="l" r="r" t="t"/>
              <a:pathLst>
                <a:path extrusionOk="0" h="108052" w="7004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33"/>
            <p:cNvSpPr/>
            <p:nvPr/>
          </p:nvSpPr>
          <p:spPr>
            <a:xfrm>
              <a:off x="1026300" y="5458550"/>
              <a:ext cx="6114750" cy="25"/>
            </a:xfrm>
            <a:custGeom>
              <a:rect b="b" l="l" r="r" t="t"/>
              <a:pathLst>
                <a:path extrusionOk="0" h="1" w="244590">
                  <a:moveTo>
                    <a:pt x="0" y="0"/>
                  </a:moveTo>
                  <a:lnTo>
                    <a:pt x="244590"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33"/>
            <p:cNvSpPr/>
            <p:nvPr/>
          </p:nvSpPr>
          <p:spPr>
            <a:xfrm>
              <a:off x="1017150" y="5450400"/>
              <a:ext cx="6132050" cy="17325"/>
            </a:xfrm>
            <a:custGeom>
              <a:rect b="b" l="l" r="r" t="t"/>
              <a:pathLst>
                <a:path extrusionOk="0" h="693" w="245282">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80" name="Google Shape;1880;p33"/>
          <p:cNvSpPr txBox="1"/>
          <p:nvPr>
            <p:ph type="ctrTitle"/>
          </p:nvPr>
        </p:nvSpPr>
        <p:spPr>
          <a:xfrm>
            <a:off x="5466606" y="1675661"/>
            <a:ext cx="3264300" cy="1792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sz="5000"/>
              <a:t>Bases de datos</a:t>
            </a:r>
            <a:endParaRPr sz="5000">
              <a:solidFill>
                <a:schemeClr val="dk2"/>
              </a:solidFill>
            </a:endParaRPr>
          </a:p>
        </p:txBody>
      </p:sp>
      <p:sp>
        <p:nvSpPr>
          <p:cNvPr id="1881" name="Google Shape;1881;p33"/>
          <p:cNvSpPr txBox="1"/>
          <p:nvPr>
            <p:ph idx="1" type="subTitle"/>
          </p:nvPr>
        </p:nvSpPr>
        <p:spPr>
          <a:xfrm>
            <a:off x="4895400" y="3625175"/>
            <a:ext cx="3835500" cy="1314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2000"/>
              <a:t>Hecho por: </a:t>
            </a:r>
            <a:endParaRPr sz="2000"/>
          </a:p>
          <a:p>
            <a:pPr indent="0" lvl="0" marL="0" rtl="0" algn="r">
              <a:spcBef>
                <a:spcPts val="0"/>
              </a:spcBef>
              <a:spcAft>
                <a:spcPts val="0"/>
              </a:spcAft>
              <a:buNone/>
            </a:pPr>
            <a:r>
              <a:rPr lang="en" sz="2000"/>
              <a:t>Jairo Soler Re</a:t>
            </a:r>
            <a:r>
              <a:rPr lang="en" sz="2000"/>
              <a:t>yes </a:t>
            </a:r>
            <a:endParaRPr sz="2000"/>
          </a:p>
          <a:p>
            <a:pPr indent="0" lvl="0" marL="0" rtl="0" algn="r">
              <a:spcBef>
                <a:spcPts val="0"/>
              </a:spcBef>
              <a:spcAft>
                <a:spcPts val="0"/>
              </a:spcAft>
              <a:buNone/>
            </a:pPr>
            <a:r>
              <a:rPr lang="en" sz="2000"/>
              <a:t>Xu David Wei</a:t>
            </a:r>
            <a:endParaRPr b="1" sz="2000">
              <a:latin typeface="Comfortaa"/>
              <a:ea typeface="Comfortaa"/>
              <a:cs typeface="Comfortaa"/>
              <a:sym typeface="Comforta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5" name="Shape 1885"/>
        <p:cNvGrpSpPr/>
        <p:nvPr/>
      </p:nvGrpSpPr>
      <p:grpSpPr>
        <a:xfrm>
          <a:off x="0" y="0"/>
          <a:ext cx="0" cy="0"/>
          <a:chOff x="0" y="0"/>
          <a:chExt cx="0" cy="0"/>
        </a:xfrm>
      </p:grpSpPr>
      <p:sp>
        <p:nvSpPr>
          <p:cNvPr id="1886" name="Google Shape;1886;p34"/>
          <p:cNvSpPr txBox="1"/>
          <p:nvPr>
            <p:ph idx="1" type="subTitle"/>
          </p:nvPr>
        </p:nvSpPr>
        <p:spPr>
          <a:xfrm>
            <a:off x="994536" y="1338700"/>
            <a:ext cx="2021100" cy="44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latin typeface="Barlow Semi Condensed"/>
                <a:ea typeface="Barlow Semi Condensed"/>
                <a:cs typeface="Barlow Semi Condensed"/>
                <a:sym typeface="Barlow Semi Condensed"/>
              </a:rPr>
              <a:t>INTRODUCCIÓN.</a:t>
            </a:r>
            <a:endParaRPr b="1" sz="2300">
              <a:latin typeface="Barlow Semi Condensed"/>
              <a:ea typeface="Barlow Semi Condensed"/>
              <a:cs typeface="Barlow Semi Condensed"/>
              <a:sym typeface="Barlow Semi Condensed"/>
            </a:endParaRPr>
          </a:p>
        </p:txBody>
      </p:sp>
      <p:sp>
        <p:nvSpPr>
          <p:cNvPr id="1887" name="Google Shape;1887;p34"/>
          <p:cNvSpPr txBox="1"/>
          <p:nvPr>
            <p:ph type="title"/>
          </p:nvPr>
        </p:nvSpPr>
        <p:spPr>
          <a:xfrm>
            <a:off x="1926900" y="174250"/>
            <a:ext cx="5290200" cy="848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4100" u="sng"/>
              <a:t>TABLA DE CONTENIDOS </a:t>
            </a:r>
            <a:endParaRPr b="1" sz="4100" u="sng"/>
          </a:p>
        </p:txBody>
      </p:sp>
      <p:sp>
        <p:nvSpPr>
          <p:cNvPr id="1888" name="Google Shape;1888;p34"/>
          <p:cNvSpPr txBox="1"/>
          <p:nvPr>
            <p:ph idx="3" type="subTitle"/>
          </p:nvPr>
        </p:nvSpPr>
        <p:spPr>
          <a:xfrm>
            <a:off x="922136" y="2366012"/>
            <a:ext cx="2746500" cy="1175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latin typeface="Barlow Semi Condensed"/>
                <a:ea typeface="Barlow Semi Condensed"/>
                <a:cs typeface="Barlow Semi Condensed"/>
                <a:sym typeface="Barlow Semi Condensed"/>
              </a:rPr>
              <a:t>SISTEMAS LÓGICOS DE ALMACENAMIENTO Y EVOLUCIÓN.</a:t>
            </a:r>
            <a:endParaRPr b="1" sz="2300">
              <a:latin typeface="Barlow Semi Condensed"/>
              <a:ea typeface="Barlow Semi Condensed"/>
              <a:cs typeface="Barlow Semi Condensed"/>
              <a:sym typeface="Barlow Semi Condensed"/>
            </a:endParaRPr>
          </a:p>
        </p:txBody>
      </p:sp>
      <p:sp>
        <p:nvSpPr>
          <p:cNvPr id="1889" name="Google Shape;1889;p34"/>
          <p:cNvSpPr txBox="1"/>
          <p:nvPr>
            <p:ph idx="5" type="subTitle"/>
          </p:nvPr>
        </p:nvSpPr>
        <p:spPr>
          <a:xfrm>
            <a:off x="949008" y="4013217"/>
            <a:ext cx="2615100" cy="80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latin typeface="Barlow Semi Condensed"/>
                <a:ea typeface="Barlow Semi Condensed"/>
                <a:cs typeface="Barlow Semi Condensed"/>
                <a:sym typeface="Barlow Semi Condensed"/>
              </a:rPr>
              <a:t>CLASIFICACIÓN DE LAS BBDD.</a:t>
            </a:r>
            <a:endParaRPr b="1" sz="2300">
              <a:latin typeface="Barlow Semi Condensed"/>
              <a:ea typeface="Barlow Semi Condensed"/>
              <a:cs typeface="Barlow Semi Condensed"/>
              <a:sym typeface="Barlow Semi Condensed"/>
            </a:endParaRPr>
          </a:p>
        </p:txBody>
      </p:sp>
      <p:sp>
        <p:nvSpPr>
          <p:cNvPr id="1890" name="Google Shape;1890;p34"/>
          <p:cNvSpPr txBox="1"/>
          <p:nvPr>
            <p:ph idx="9" type="title"/>
          </p:nvPr>
        </p:nvSpPr>
        <p:spPr>
          <a:xfrm>
            <a:off x="436127" y="1438001"/>
            <a:ext cx="457200" cy="347400"/>
          </a:xfrm>
          <a:prstGeom prst="rect">
            <a:avLst/>
          </a:prstGeom>
          <a:solidFill>
            <a:schemeClr val="dk1"/>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1891" name="Google Shape;1891;p34"/>
          <p:cNvSpPr txBox="1"/>
          <p:nvPr>
            <p:ph idx="13" type="title"/>
          </p:nvPr>
        </p:nvSpPr>
        <p:spPr>
          <a:xfrm>
            <a:off x="436127" y="2828205"/>
            <a:ext cx="457200" cy="347400"/>
          </a:xfrm>
          <a:prstGeom prst="rect">
            <a:avLst/>
          </a:prstGeom>
          <a:solidFill>
            <a:schemeClr val="dk1"/>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1892" name="Google Shape;1892;p34"/>
          <p:cNvSpPr txBox="1"/>
          <p:nvPr>
            <p:ph idx="14" type="title"/>
          </p:nvPr>
        </p:nvSpPr>
        <p:spPr>
          <a:xfrm>
            <a:off x="446049" y="4242277"/>
            <a:ext cx="457200" cy="347400"/>
          </a:xfrm>
          <a:prstGeom prst="rect">
            <a:avLst/>
          </a:prstGeom>
          <a:solidFill>
            <a:schemeClr val="dk1"/>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1893" name="Google Shape;1893;p34"/>
          <p:cNvSpPr txBox="1"/>
          <p:nvPr>
            <p:ph idx="1" type="subTitle"/>
          </p:nvPr>
        </p:nvSpPr>
        <p:spPr>
          <a:xfrm>
            <a:off x="5763650" y="1147651"/>
            <a:ext cx="2802000" cy="88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latin typeface="Barlow Semi Condensed"/>
                <a:ea typeface="Barlow Semi Condensed"/>
                <a:cs typeface="Barlow Semi Condensed"/>
                <a:sym typeface="Barlow Semi Condensed"/>
              </a:rPr>
              <a:t>ARQUITECTURA Y GESTIÓN DE BBDD.</a:t>
            </a:r>
            <a:endParaRPr b="1" sz="2300">
              <a:latin typeface="Barlow Semi Condensed"/>
              <a:ea typeface="Barlow Semi Condensed"/>
              <a:cs typeface="Barlow Semi Condensed"/>
              <a:sym typeface="Barlow Semi Condensed"/>
            </a:endParaRPr>
          </a:p>
        </p:txBody>
      </p:sp>
      <p:sp>
        <p:nvSpPr>
          <p:cNvPr id="1894" name="Google Shape;1894;p34"/>
          <p:cNvSpPr txBox="1"/>
          <p:nvPr>
            <p:ph idx="3" type="subTitle"/>
          </p:nvPr>
        </p:nvSpPr>
        <p:spPr>
          <a:xfrm>
            <a:off x="5950550" y="2616202"/>
            <a:ext cx="2615100" cy="80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latin typeface="Barlow Semi Condensed"/>
                <a:ea typeface="Barlow Semi Condensed"/>
                <a:cs typeface="Barlow Semi Condensed"/>
                <a:sym typeface="Barlow Semi Condensed"/>
              </a:rPr>
              <a:t>LEY DE PROTECCIÓN DE DATOS.</a:t>
            </a:r>
            <a:endParaRPr b="1" sz="2300">
              <a:latin typeface="Barlow Semi Condensed"/>
              <a:ea typeface="Barlow Semi Condensed"/>
              <a:cs typeface="Barlow Semi Condensed"/>
              <a:sym typeface="Barlow Semi Condensed"/>
            </a:endParaRPr>
          </a:p>
        </p:txBody>
      </p:sp>
      <p:sp>
        <p:nvSpPr>
          <p:cNvPr id="1895" name="Google Shape;1895;p34"/>
          <p:cNvSpPr txBox="1"/>
          <p:nvPr>
            <p:ph idx="5" type="subTitle"/>
          </p:nvPr>
        </p:nvSpPr>
        <p:spPr>
          <a:xfrm>
            <a:off x="5763650" y="3946476"/>
            <a:ext cx="3260100" cy="93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latin typeface="Barlow Semi Condensed"/>
                <a:ea typeface="Barlow Semi Condensed"/>
                <a:cs typeface="Barlow Semi Condensed"/>
                <a:sym typeface="Barlow Semi Condensed"/>
              </a:rPr>
              <a:t>BIG DATA E INTELIGENCIA DE NEGOCIOS.</a:t>
            </a:r>
            <a:endParaRPr b="1" sz="2300">
              <a:latin typeface="Barlow Semi Condensed"/>
              <a:ea typeface="Barlow Semi Condensed"/>
              <a:cs typeface="Barlow Semi Condensed"/>
              <a:sym typeface="Barlow Semi Condensed"/>
            </a:endParaRPr>
          </a:p>
        </p:txBody>
      </p:sp>
      <p:sp>
        <p:nvSpPr>
          <p:cNvPr id="1896" name="Google Shape;1896;p34"/>
          <p:cNvSpPr txBox="1"/>
          <p:nvPr>
            <p:ph idx="9" type="title"/>
          </p:nvPr>
        </p:nvSpPr>
        <p:spPr>
          <a:xfrm>
            <a:off x="5250763" y="1455046"/>
            <a:ext cx="457200" cy="347400"/>
          </a:xfrm>
          <a:prstGeom prst="rect">
            <a:avLst/>
          </a:prstGeom>
          <a:solidFill>
            <a:schemeClr val="dk1"/>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1897" name="Google Shape;1897;p34"/>
          <p:cNvSpPr txBox="1"/>
          <p:nvPr>
            <p:ph idx="13" type="title"/>
          </p:nvPr>
        </p:nvSpPr>
        <p:spPr>
          <a:xfrm>
            <a:off x="5250763" y="2845250"/>
            <a:ext cx="457200" cy="347400"/>
          </a:xfrm>
          <a:prstGeom prst="rect">
            <a:avLst/>
          </a:prstGeom>
          <a:solidFill>
            <a:schemeClr val="dk1"/>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1898" name="Google Shape;1898;p34"/>
          <p:cNvSpPr txBox="1"/>
          <p:nvPr>
            <p:ph idx="14" type="title"/>
          </p:nvPr>
        </p:nvSpPr>
        <p:spPr>
          <a:xfrm>
            <a:off x="5260685" y="4259322"/>
            <a:ext cx="457200" cy="347400"/>
          </a:xfrm>
          <a:prstGeom prst="rect">
            <a:avLst/>
          </a:prstGeom>
          <a:solidFill>
            <a:schemeClr val="dk1"/>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2" name="Shape 1902"/>
        <p:cNvGrpSpPr/>
        <p:nvPr/>
      </p:nvGrpSpPr>
      <p:grpSpPr>
        <a:xfrm>
          <a:off x="0" y="0"/>
          <a:ext cx="0" cy="0"/>
          <a:chOff x="0" y="0"/>
          <a:chExt cx="0" cy="0"/>
        </a:xfrm>
      </p:grpSpPr>
      <p:sp>
        <p:nvSpPr>
          <p:cNvPr id="1903" name="Google Shape;1903;p35"/>
          <p:cNvSpPr txBox="1"/>
          <p:nvPr>
            <p:ph type="title"/>
          </p:nvPr>
        </p:nvSpPr>
        <p:spPr>
          <a:xfrm>
            <a:off x="2058450" y="1725450"/>
            <a:ext cx="5027100" cy="1692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7400"/>
              <a:t>Introducción</a:t>
            </a:r>
            <a:endParaRPr sz="7400"/>
          </a:p>
        </p:txBody>
      </p:sp>
      <p:sp>
        <p:nvSpPr>
          <p:cNvPr id="1904" name="Google Shape;1904;p35"/>
          <p:cNvSpPr txBox="1"/>
          <p:nvPr>
            <p:ph idx="4294967295" type="title"/>
          </p:nvPr>
        </p:nvSpPr>
        <p:spPr>
          <a:xfrm>
            <a:off x="79475" y="79025"/>
            <a:ext cx="805500" cy="681000"/>
          </a:xfrm>
          <a:prstGeom prst="rect">
            <a:avLst/>
          </a:prstGeom>
          <a:solidFill>
            <a:schemeClr val="dk1"/>
          </a:solidFill>
        </p:spPr>
        <p:txBody>
          <a:bodyPr anchorCtr="0" anchor="t" bIns="91425" lIns="91425" spcFirstLastPara="1" rIns="91425" wrap="square" tIns="91425">
            <a:noAutofit/>
          </a:bodyPr>
          <a:lstStyle/>
          <a:p>
            <a:pPr indent="0" lvl="0" marL="0" rtl="0" algn="ctr">
              <a:spcBef>
                <a:spcPts val="0"/>
              </a:spcBef>
              <a:spcAft>
                <a:spcPts val="0"/>
              </a:spcAft>
              <a:buNone/>
            </a:pPr>
            <a:r>
              <a:rPr lang="en" sz="4200">
                <a:solidFill>
                  <a:schemeClr val="lt1"/>
                </a:solidFill>
              </a:rPr>
              <a:t>1</a:t>
            </a:r>
            <a:endParaRPr sz="42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8" name="Shape 1908"/>
        <p:cNvGrpSpPr/>
        <p:nvPr/>
      </p:nvGrpSpPr>
      <p:grpSpPr>
        <a:xfrm>
          <a:off x="0" y="0"/>
          <a:ext cx="0" cy="0"/>
          <a:chOff x="0" y="0"/>
          <a:chExt cx="0" cy="0"/>
        </a:xfrm>
      </p:grpSpPr>
      <p:sp>
        <p:nvSpPr>
          <p:cNvPr id="1909" name="Google Shape;1909;p36"/>
          <p:cNvSpPr/>
          <p:nvPr/>
        </p:nvSpPr>
        <p:spPr>
          <a:xfrm>
            <a:off x="2139200" y="1551000"/>
            <a:ext cx="4875900" cy="33219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0" name="Google Shape;1910;p36"/>
          <p:cNvSpPr txBox="1"/>
          <p:nvPr>
            <p:ph type="title"/>
          </p:nvPr>
        </p:nvSpPr>
        <p:spPr>
          <a:xfrm>
            <a:off x="1676850" y="248675"/>
            <a:ext cx="5790300" cy="107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PROPÓSITO DEL TRABAJO</a:t>
            </a:r>
            <a:endParaRPr/>
          </a:p>
        </p:txBody>
      </p:sp>
      <p:sp>
        <p:nvSpPr>
          <p:cNvPr id="1911" name="Google Shape;1911;p36"/>
          <p:cNvSpPr txBox="1"/>
          <p:nvPr>
            <p:ph idx="1" type="subTitle"/>
          </p:nvPr>
        </p:nvSpPr>
        <p:spPr>
          <a:xfrm>
            <a:off x="2031600" y="1551000"/>
            <a:ext cx="5080800" cy="321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700"/>
              <a:t>Entender y saber explicar los distintos elementos que hay dentro de las bases de datos, haciendo énfasis en la parte raíz de cada elemento de modo que se puedan conectar entre ellos de manera coherente.</a:t>
            </a:r>
            <a:endParaRPr sz="2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5" name="Shape 1915"/>
        <p:cNvGrpSpPr/>
        <p:nvPr/>
      </p:nvGrpSpPr>
      <p:grpSpPr>
        <a:xfrm>
          <a:off x="0" y="0"/>
          <a:ext cx="0" cy="0"/>
          <a:chOff x="0" y="0"/>
          <a:chExt cx="0" cy="0"/>
        </a:xfrm>
      </p:grpSpPr>
      <p:sp>
        <p:nvSpPr>
          <p:cNvPr id="1916" name="Google Shape;1916;p37"/>
          <p:cNvSpPr txBox="1"/>
          <p:nvPr>
            <p:ph type="title"/>
          </p:nvPr>
        </p:nvSpPr>
        <p:spPr>
          <a:xfrm>
            <a:off x="-212350" y="1518900"/>
            <a:ext cx="4658400" cy="2361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PLANIFICACIÓN Y METODOLOGÍA DE TRABAJO</a:t>
            </a:r>
            <a:endParaRPr/>
          </a:p>
        </p:txBody>
      </p:sp>
      <p:sp>
        <p:nvSpPr>
          <p:cNvPr id="1917" name="Google Shape;1917;p37"/>
          <p:cNvSpPr txBox="1"/>
          <p:nvPr>
            <p:ph idx="1" type="body"/>
          </p:nvPr>
        </p:nvSpPr>
        <p:spPr>
          <a:xfrm>
            <a:off x="3955200" y="346050"/>
            <a:ext cx="5188800" cy="4726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b="1" lang="en"/>
              <a:t>Planificación del trabajo (30 min)</a:t>
            </a:r>
            <a:endParaRPr b="1"/>
          </a:p>
          <a:p>
            <a:pPr indent="-317500" lvl="0" marL="457200" rtl="0" algn="l">
              <a:lnSpc>
                <a:spcPct val="115000"/>
              </a:lnSpc>
              <a:spcBef>
                <a:spcPts val="0"/>
              </a:spcBef>
              <a:spcAft>
                <a:spcPts val="0"/>
              </a:spcAft>
              <a:buSzPts val="1400"/>
              <a:buChar char="-"/>
            </a:pPr>
            <a:r>
              <a:rPr b="1" lang="en"/>
              <a:t>Búsqueda y preparación del temario individual (3h 30 min)</a:t>
            </a:r>
            <a:endParaRPr b="1"/>
          </a:p>
          <a:p>
            <a:pPr indent="0" lvl="0" marL="457200" rtl="0" algn="l">
              <a:lnSpc>
                <a:spcPct val="115000"/>
              </a:lnSpc>
              <a:spcBef>
                <a:spcPts val="0"/>
              </a:spcBef>
              <a:spcAft>
                <a:spcPts val="0"/>
              </a:spcAft>
              <a:buNone/>
            </a:pPr>
            <a:r>
              <a:t/>
            </a:r>
            <a:endParaRPr b="1"/>
          </a:p>
          <a:p>
            <a:pPr indent="-317500" lvl="0" marL="457200" rtl="0" algn="l">
              <a:lnSpc>
                <a:spcPct val="115000"/>
              </a:lnSpc>
              <a:spcBef>
                <a:spcPts val="0"/>
              </a:spcBef>
              <a:spcAft>
                <a:spcPts val="0"/>
              </a:spcAft>
              <a:buSzPts val="1400"/>
              <a:buChar char="-"/>
            </a:pPr>
            <a:r>
              <a:rPr b="1" lang="en"/>
              <a:t>Jairo Soler:</a:t>
            </a:r>
            <a:endParaRPr b="1"/>
          </a:p>
          <a:p>
            <a:pPr indent="-317500" lvl="0" marL="457200" rtl="0" algn="l">
              <a:lnSpc>
                <a:spcPct val="115000"/>
              </a:lnSpc>
              <a:spcBef>
                <a:spcPts val="0"/>
              </a:spcBef>
              <a:spcAft>
                <a:spcPts val="0"/>
              </a:spcAft>
              <a:buSzPts val="1400"/>
              <a:buChar char="-"/>
            </a:pPr>
            <a:r>
              <a:rPr b="1" lang="en"/>
              <a:t> Introducción (30 min) </a:t>
            </a:r>
            <a:endParaRPr b="1"/>
          </a:p>
          <a:p>
            <a:pPr indent="-317500" lvl="0" marL="457200" rtl="0" algn="l">
              <a:lnSpc>
                <a:spcPct val="115000"/>
              </a:lnSpc>
              <a:spcBef>
                <a:spcPts val="0"/>
              </a:spcBef>
              <a:spcAft>
                <a:spcPts val="0"/>
              </a:spcAft>
              <a:buSzPts val="1400"/>
              <a:buChar char="-"/>
            </a:pPr>
            <a:r>
              <a:rPr b="1" lang="en"/>
              <a:t> (Sistemas Lógicos de Almacenamiento y Evolución (1 h ) </a:t>
            </a:r>
            <a:endParaRPr b="1"/>
          </a:p>
          <a:p>
            <a:pPr indent="-317500" lvl="0" marL="457200" rtl="0" algn="l">
              <a:lnSpc>
                <a:spcPct val="115000"/>
              </a:lnSpc>
              <a:spcBef>
                <a:spcPts val="0"/>
              </a:spcBef>
              <a:spcAft>
                <a:spcPts val="0"/>
              </a:spcAft>
              <a:buSzPts val="1400"/>
              <a:buChar char="-"/>
            </a:pPr>
            <a:r>
              <a:rPr b="1" lang="en"/>
              <a:t> Bibliografía y Referencia (30 min) </a:t>
            </a:r>
            <a:endParaRPr b="1"/>
          </a:p>
          <a:p>
            <a:pPr indent="-317500" lvl="0" marL="457200" rtl="0" algn="l">
              <a:lnSpc>
                <a:spcPct val="115000"/>
              </a:lnSpc>
              <a:spcBef>
                <a:spcPts val="0"/>
              </a:spcBef>
              <a:spcAft>
                <a:spcPts val="0"/>
              </a:spcAft>
              <a:buSzPts val="1400"/>
              <a:buChar char="-"/>
            </a:pPr>
            <a:r>
              <a:rPr b="1" lang="en"/>
              <a:t> Clasificación de las Bases de Datos (1,5h)</a:t>
            </a:r>
            <a:endParaRPr b="1"/>
          </a:p>
          <a:p>
            <a:pPr indent="0" lvl="0" marL="457200" rtl="0" algn="l">
              <a:lnSpc>
                <a:spcPct val="115000"/>
              </a:lnSpc>
              <a:spcBef>
                <a:spcPts val="0"/>
              </a:spcBef>
              <a:spcAft>
                <a:spcPts val="0"/>
              </a:spcAft>
              <a:buNone/>
            </a:pPr>
            <a:r>
              <a:t/>
            </a:r>
            <a:endParaRPr b="1"/>
          </a:p>
          <a:p>
            <a:pPr indent="-317500" lvl="0" marL="457200" rtl="0" algn="l">
              <a:lnSpc>
                <a:spcPct val="115000"/>
              </a:lnSpc>
              <a:spcBef>
                <a:spcPts val="0"/>
              </a:spcBef>
              <a:spcAft>
                <a:spcPts val="0"/>
              </a:spcAft>
              <a:buSzPts val="1400"/>
              <a:buChar char="-"/>
            </a:pPr>
            <a:r>
              <a:rPr b="1" lang="en"/>
              <a:t>David Wei:</a:t>
            </a:r>
            <a:endParaRPr b="1"/>
          </a:p>
          <a:p>
            <a:pPr indent="-317500" lvl="0" marL="457200" rtl="0" algn="l">
              <a:lnSpc>
                <a:spcPct val="115000"/>
              </a:lnSpc>
              <a:spcBef>
                <a:spcPts val="0"/>
              </a:spcBef>
              <a:spcAft>
                <a:spcPts val="0"/>
              </a:spcAft>
              <a:buSzPts val="1400"/>
              <a:buChar char="-"/>
            </a:pPr>
            <a:r>
              <a:rPr b="1" lang="en"/>
              <a:t> </a:t>
            </a:r>
            <a:r>
              <a:rPr b="1" lang="en"/>
              <a:t>LPD (1h 30 min) </a:t>
            </a:r>
            <a:endParaRPr b="1"/>
          </a:p>
          <a:p>
            <a:pPr indent="-317500" lvl="0" marL="457200" rtl="0" algn="l">
              <a:lnSpc>
                <a:spcPct val="115000"/>
              </a:lnSpc>
              <a:spcBef>
                <a:spcPts val="0"/>
              </a:spcBef>
              <a:spcAft>
                <a:spcPts val="0"/>
              </a:spcAft>
              <a:buSzPts val="1400"/>
              <a:buChar char="-"/>
            </a:pPr>
            <a:r>
              <a:rPr b="1" lang="en"/>
              <a:t> </a:t>
            </a:r>
            <a:r>
              <a:rPr b="1" lang="en"/>
              <a:t>Big Data (2h) </a:t>
            </a:r>
            <a:endParaRPr b="1"/>
          </a:p>
          <a:p>
            <a:pPr indent="-317500" lvl="0" marL="457200" rtl="0" algn="l">
              <a:lnSpc>
                <a:spcPct val="115000"/>
              </a:lnSpc>
              <a:spcBef>
                <a:spcPts val="0"/>
              </a:spcBef>
              <a:spcAft>
                <a:spcPts val="0"/>
              </a:spcAft>
              <a:buSzPts val="1400"/>
              <a:buChar char="-"/>
            </a:pPr>
            <a:r>
              <a:rPr b="1" lang="en"/>
              <a:t>Arquitectura y Gestión de Bases de Datos (2h) </a:t>
            </a:r>
            <a:endParaRPr b="1"/>
          </a:p>
          <a:p>
            <a:pPr indent="0" lvl="0" marL="457200" rtl="0" algn="l">
              <a:lnSpc>
                <a:spcPct val="115000"/>
              </a:lnSpc>
              <a:spcBef>
                <a:spcPts val="0"/>
              </a:spcBef>
              <a:spcAft>
                <a:spcPts val="0"/>
              </a:spcAft>
              <a:buNone/>
            </a:pPr>
            <a:r>
              <a:t/>
            </a:r>
            <a:endParaRPr b="1"/>
          </a:p>
          <a:p>
            <a:pPr indent="-317500" lvl="0" marL="457200" rtl="0" algn="l">
              <a:lnSpc>
                <a:spcPct val="115000"/>
              </a:lnSpc>
              <a:spcBef>
                <a:spcPts val="0"/>
              </a:spcBef>
              <a:spcAft>
                <a:spcPts val="0"/>
              </a:spcAft>
              <a:buSzPts val="1400"/>
              <a:buChar char="-"/>
            </a:pPr>
            <a:r>
              <a:rPr b="1" lang="en"/>
              <a:t>Crear la presentación conectando los temarios de cada uno. (30 min)</a:t>
            </a:r>
            <a:endParaRPr b="1"/>
          </a:p>
          <a:p>
            <a:pPr indent="0" lvl="0" marL="457200" rtl="0" algn="l">
              <a:lnSpc>
                <a:spcPct val="115000"/>
              </a:lnSpc>
              <a:spcBef>
                <a:spcPts val="0"/>
              </a:spcBef>
              <a:spcAft>
                <a:spcPts val="0"/>
              </a:spcAft>
              <a:buNone/>
            </a:pPr>
            <a:r>
              <a:t/>
            </a:r>
            <a:endParaRPr b="1"/>
          </a:p>
          <a:p>
            <a:pPr indent="-317500" lvl="0" marL="457200" rtl="0" algn="l">
              <a:lnSpc>
                <a:spcPct val="115000"/>
              </a:lnSpc>
              <a:spcBef>
                <a:spcPts val="0"/>
              </a:spcBef>
              <a:spcAft>
                <a:spcPts val="0"/>
              </a:spcAft>
              <a:buSzPts val="1400"/>
              <a:buChar char="-"/>
            </a:pPr>
            <a:r>
              <a:rPr b="1" lang="en"/>
              <a:t>Explicación a los otros miembros del temario investigado (1h)</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1" name="Shape 1921"/>
        <p:cNvGrpSpPr/>
        <p:nvPr/>
      </p:nvGrpSpPr>
      <p:grpSpPr>
        <a:xfrm>
          <a:off x="0" y="0"/>
          <a:ext cx="0" cy="0"/>
          <a:chOff x="0" y="0"/>
          <a:chExt cx="0" cy="0"/>
        </a:xfrm>
      </p:grpSpPr>
      <p:sp>
        <p:nvSpPr>
          <p:cNvPr id="1922" name="Google Shape;1922;p38"/>
          <p:cNvSpPr txBox="1"/>
          <p:nvPr>
            <p:ph type="title"/>
          </p:nvPr>
        </p:nvSpPr>
        <p:spPr>
          <a:xfrm>
            <a:off x="376025" y="682500"/>
            <a:ext cx="7579800" cy="3778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Sistemas Lógicos de Almacenamiento y Evolución</a:t>
            </a:r>
            <a:endParaRPr/>
          </a:p>
        </p:txBody>
      </p:sp>
      <p:sp>
        <p:nvSpPr>
          <p:cNvPr id="1923" name="Google Shape;1923;p38"/>
          <p:cNvSpPr txBox="1"/>
          <p:nvPr>
            <p:ph idx="4294967295" type="title"/>
          </p:nvPr>
        </p:nvSpPr>
        <p:spPr>
          <a:xfrm>
            <a:off x="79475" y="79025"/>
            <a:ext cx="805500" cy="681000"/>
          </a:xfrm>
          <a:prstGeom prst="rect">
            <a:avLst/>
          </a:prstGeom>
          <a:solidFill>
            <a:schemeClr val="dk1"/>
          </a:solidFill>
        </p:spPr>
        <p:txBody>
          <a:bodyPr anchorCtr="0" anchor="t" bIns="91425" lIns="91425" spcFirstLastPara="1" rIns="91425" wrap="square" tIns="91425">
            <a:noAutofit/>
          </a:bodyPr>
          <a:lstStyle/>
          <a:p>
            <a:pPr indent="0" lvl="0" marL="0" rtl="0" algn="ctr">
              <a:spcBef>
                <a:spcPts val="0"/>
              </a:spcBef>
              <a:spcAft>
                <a:spcPts val="0"/>
              </a:spcAft>
              <a:buNone/>
            </a:pPr>
            <a:r>
              <a:rPr lang="en" sz="4200">
                <a:solidFill>
                  <a:schemeClr val="lt1"/>
                </a:solidFill>
              </a:rPr>
              <a:t>2</a:t>
            </a:r>
            <a:endParaRPr sz="42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7" name="Shape 1927"/>
        <p:cNvGrpSpPr/>
        <p:nvPr/>
      </p:nvGrpSpPr>
      <p:grpSpPr>
        <a:xfrm>
          <a:off x="0" y="0"/>
          <a:ext cx="0" cy="0"/>
          <a:chOff x="0" y="0"/>
          <a:chExt cx="0" cy="0"/>
        </a:xfrm>
      </p:grpSpPr>
      <p:pic>
        <p:nvPicPr>
          <p:cNvPr id="1928" name="Google Shape;1928;p39"/>
          <p:cNvPicPr preferRelativeResize="0"/>
          <p:nvPr/>
        </p:nvPicPr>
        <p:blipFill>
          <a:blip r:embed="rId3">
            <a:alphaModFix/>
          </a:blip>
          <a:stretch>
            <a:fillRect/>
          </a:stretch>
        </p:blipFill>
        <p:spPr>
          <a:xfrm>
            <a:off x="1308350" y="572024"/>
            <a:ext cx="6409575" cy="4276800"/>
          </a:xfrm>
          <a:prstGeom prst="rect">
            <a:avLst/>
          </a:prstGeom>
          <a:noFill/>
          <a:ln>
            <a:noFill/>
          </a:ln>
        </p:spPr>
      </p:pic>
      <p:sp>
        <p:nvSpPr>
          <p:cNvPr id="1929" name="Google Shape;1929;p39"/>
          <p:cNvSpPr txBox="1"/>
          <p:nvPr/>
        </p:nvSpPr>
        <p:spPr>
          <a:xfrm>
            <a:off x="2553975" y="17725"/>
            <a:ext cx="3971700" cy="55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t>¿QUÉ SON?</a:t>
            </a:r>
            <a:endParaRPr b="1"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3" name="Shape 1933"/>
        <p:cNvGrpSpPr/>
        <p:nvPr/>
      </p:nvGrpSpPr>
      <p:grpSpPr>
        <a:xfrm>
          <a:off x="0" y="0"/>
          <a:ext cx="0" cy="0"/>
          <a:chOff x="0" y="0"/>
          <a:chExt cx="0" cy="0"/>
        </a:xfrm>
      </p:grpSpPr>
      <p:sp>
        <p:nvSpPr>
          <p:cNvPr id="1934" name="Google Shape;1934;p40"/>
          <p:cNvSpPr txBox="1"/>
          <p:nvPr>
            <p:ph idx="2" type="body"/>
          </p:nvPr>
        </p:nvSpPr>
        <p:spPr>
          <a:xfrm>
            <a:off x="1911125" y="1246850"/>
            <a:ext cx="6063900" cy="3794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latin typeface="Arial"/>
                <a:ea typeface="Arial"/>
                <a:cs typeface="Arial"/>
                <a:sym typeface="Arial"/>
              </a:rPr>
              <a:t>Tarjetas Perforadas - Primer sistema.</a:t>
            </a:r>
            <a:endParaRPr sz="2000">
              <a:latin typeface="Arial"/>
              <a:ea typeface="Arial"/>
              <a:cs typeface="Arial"/>
              <a:sym typeface="Arial"/>
            </a:endParaRPr>
          </a:p>
          <a:p>
            <a:pPr indent="-355600" lvl="0" marL="457200" rtl="0" algn="l">
              <a:spcBef>
                <a:spcPts val="0"/>
              </a:spcBef>
              <a:spcAft>
                <a:spcPts val="0"/>
              </a:spcAft>
              <a:buSzPts val="2000"/>
              <a:buChar char="-"/>
            </a:pPr>
            <a:r>
              <a:rPr lang="en" sz="2000">
                <a:latin typeface="Arial"/>
                <a:ea typeface="Arial"/>
                <a:cs typeface="Arial"/>
                <a:sym typeface="Arial"/>
              </a:rPr>
              <a:t>Memoria RAM - Almacena instrucciones de programación de uso frecuente, ligero aumento de velocidad.</a:t>
            </a:r>
            <a:endParaRPr sz="2000">
              <a:latin typeface="Arial"/>
              <a:ea typeface="Arial"/>
              <a:cs typeface="Arial"/>
              <a:sym typeface="Arial"/>
            </a:endParaRPr>
          </a:p>
          <a:p>
            <a:pPr indent="-355600" lvl="0" marL="457200" rtl="0" algn="l">
              <a:spcBef>
                <a:spcPts val="0"/>
              </a:spcBef>
              <a:spcAft>
                <a:spcPts val="0"/>
              </a:spcAft>
              <a:buSzPts val="2000"/>
              <a:buChar char="-"/>
            </a:pPr>
            <a:r>
              <a:rPr lang="en" sz="2000">
                <a:latin typeface="Arial"/>
                <a:ea typeface="Arial"/>
                <a:cs typeface="Arial"/>
                <a:sym typeface="Arial"/>
              </a:rPr>
              <a:t>Disco Duro. </a:t>
            </a:r>
            <a:endParaRPr sz="2000">
              <a:latin typeface="Arial"/>
              <a:ea typeface="Arial"/>
              <a:cs typeface="Arial"/>
              <a:sym typeface="Arial"/>
            </a:endParaRPr>
          </a:p>
          <a:p>
            <a:pPr indent="-355600" lvl="0" marL="457200" rtl="0" algn="l">
              <a:spcBef>
                <a:spcPts val="0"/>
              </a:spcBef>
              <a:spcAft>
                <a:spcPts val="0"/>
              </a:spcAft>
              <a:buSzPts val="2000"/>
              <a:buChar char="-"/>
            </a:pPr>
            <a:r>
              <a:rPr lang="en" sz="2000">
                <a:latin typeface="Arial"/>
                <a:ea typeface="Arial"/>
                <a:cs typeface="Arial"/>
                <a:sym typeface="Arial"/>
              </a:rPr>
              <a:t>Diskette - Almacena datos de tipo magnético, para trasladar información de un pc a otro.</a:t>
            </a:r>
            <a:endParaRPr sz="2000">
              <a:latin typeface="Arial"/>
              <a:ea typeface="Arial"/>
              <a:cs typeface="Arial"/>
              <a:sym typeface="Arial"/>
            </a:endParaRPr>
          </a:p>
          <a:p>
            <a:pPr indent="-355600" lvl="0" marL="457200" rtl="0" algn="l">
              <a:spcBef>
                <a:spcPts val="0"/>
              </a:spcBef>
              <a:spcAft>
                <a:spcPts val="0"/>
              </a:spcAft>
              <a:buSzPts val="2000"/>
              <a:buChar char="-"/>
            </a:pPr>
            <a:r>
              <a:rPr lang="en" sz="2000">
                <a:latin typeface="Arial"/>
                <a:ea typeface="Arial"/>
                <a:cs typeface="Arial"/>
                <a:sym typeface="Arial"/>
              </a:rPr>
              <a:t>CD-ROM - Almacena y lee información en una gran cantidad.</a:t>
            </a:r>
            <a:endParaRPr sz="2000">
              <a:latin typeface="Arial"/>
              <a:ea typeface="Arial"/>
              <a:cs typeface="Arial"/>
              <a:sym typeface="Arial"/>
            </a:endParaRPr>
          </a:p>
          <a:p>
            <a:pPr indent="-355600" lvl="0" marL="457200" rtl="0" algn="l">
              <a:spcBef>
                <a:spcPts val="0"/>
              </a:spcBef>
              <a:spcAft>
                <a:spcPts val="0"/>
              </a:spcAft>
              <a:buSzPts val="2000"/>
              <a:buChar char="-"/>
            </a:pPr>
            <a:r>
              <a:rPr lang="en" sz="2000">
                <a:latin typeface="Arial"/>
                <a:ea typeface="Arial"/>
                <a:cs typeface="Arial"/>
                <a:sym typeface="Arial"/>
              </a:rPr>
              <a:t>Dispositivo USB - Extraíble, portátil.</a:t>
            </a:r>
            <a:endParaRPr sz="2000">
              <a:latin typeface="Arial"/>
              <a:ea typeface="Arial"/>
              <a:cs typeface="Arial"/>
              <a:sym typeface="Arial"/>
            </a:endParaRPr>
          </a:p>
          <a:p>
            <a:pPr indent="-355600" lvl="0" marL="457200" rtl="0" algn="l">
              <a:spcBef>
                <a:spcPts val="0"/>
              </a:spcBef>
              <a:spcAft>
                <a:spcPts val="0"/>
              </a:spcAft>
              <a:buSzPts val="2000"/>
              <a:buChar char="-"/>
            </a:pPr>
            <a:r>
              <a:rPr lang="en" sz="2000">
                <a:latin typeface="Arial"/>
                <a:ea typeface="Arial"/>
                <a:cs typeface="Arial"/>
                <a:sym typeface="Arial"/>
              </a:rPr>
              <a:t>Almacenamiento en la nube - Internet, cantidad infinita de almacenamiento de datos de usuario.</a:t>
            </a:r>
            <a:endParaRPr sz="2000">
              <a:latin typeface="Arial"/>
              <a:ea typeface="Arial"/>
              <a:cs typeface="Arial"/>
              <a:sym typeface="Arial"/>
            </a:endParaRPr>
          </a:p>
        </p:txBody>
      </p:sp>
      <p:sp>
        <p:nvSpPr>
          <p:cNvPr id="1935" name="Google Shape;1935;p40"/>
          <p:cNvSpPr txBox="1"/>
          <p:nvPr>
            <p:ph type="title"/>
          </p:nvPr>
        </p:nvSpPr>
        <p:spPr>
          <a:xfrm>
            <a:off x="1511400" y="172875"/>
            <a:ext cx="6121200" cy="1006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t>LÍNEA TEMPORAL DE LOS DISPOSITIVOS DE ALMACENAMIENTO</a:t>
            </a:r>
            <a:endParaRPr sz="3000"/>
          </a:p>
        </p:txBody>
      </p:sp>
      <p:sp>
        <p:nvSpPr>
          <p:cNvPr id="1936" name="Google Shape;1936;p40"/>
          <p:cNvSpPr txBox="1"/>
          <p:nvPr>
            <p:ph idx="1" type="body"/>
          </p:nvPr>
        </p:nvSpPr>
        <p:spPr>
          <a:xfrm>
            <a:off x="992649" y="1246850"/>
            <a:ext cx="1005000" cy="3524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t>1725</a:t>
            </a:r>
            <a:endParaRPr b="1" sz="2000"/>
          </a:p>
          <a:p>
            <a:pPr indent="0" lvl="0" marL="0" rtl="0" algn="ctr">
              <a:spcBef>
                <a:spcPts val="0"/>
              </a:spcBef>
              <a:spcAft>
                <a:spcPts val="0"/>
              </a:spcAft>
              <a:buNone/>
            </a:pPr>
            <a:r>
              <a:rPr b="1" lang="en" sz="2000"/>
              <a:t>1948</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t/>
            </a:r>
            <a:endParaRPr b="1" sz="2000"/>
          </a:p>
          <a:p>
            <a:pPr indent="0" lvl="0" marL="0" rtl="0" algn="ctr">
              <a:spcBef>
                <a:spcPts val="0"/>
              </a:spcBef>
              <a:spcAft>
                <a:spcPts val="0"/>
              </a:spcAft>
              <a:buNone/>
            </a:pPr>
            <a:r>
              <a:rPr b="1" lang="en" sz="2000"/>
              <a:t>1956</a:t>
            </a:r>
            <a:endParaRPr b="1" sz="2000"/>
          </a:p>
          <a:p>
            <a:pPr indent="0" lvl="0" marL="0" rtl="0" algn="ctr">
              <a:spcBef>
                <a:spcPts val="0"/>
              </a:spcBef>
              <a:spcAft>
                <a:spcPts val="0"/>
              </a:spcAft>
              <a:buNone/>
            </a:pPr>
            <a:r>
              <a:rPr b="1" lang="en" sz="2000"/>
              <a:t>1967</a:t>
            </a:r>
            <a:endParaRPr b="1" sz="2000"/>
          </a:p>
          <a:p>
            <a:pPr indent="0" lvl="0" marL="0" rtl="0" algn="ctr">
              <a:spcBef>
                <a:spcPts val="0"/>
              </a:spcBef>
              <a:spcAft>
                <a:spcPts val="0"/>
              </a:spcAft>
              <a:buNone/>
            </a:pPr>
            <a:r>
              <a:t/>
            </a:r>
            <a:endParaRPr b="1" sz="2000"/>
          </a:p>
          <a:p>
            <a:pPr indent="0" lvl="0" marL="0" rtl="0" algn="ctr">
              <a:spcBef>
                <a:spcPts val="0"/>
              </a:spcBef>
              <a:spcAft>
                <a:spcPts val="0"/>
              </a:spcAft>
              <a:buNone/>
            </a:pPr>
            <a:r>
              <a:rPr b="1" lang="en" sz="2000"/>
              <a:t>1979</a:t>
            </a:r>
            <a:endParaRPr b="1" sz="2000"/>
          </a:p>
          <a:p>
            <a:pPr indent="0" lvl="0" marL="0" rtl="0" algn="ctr">
              <a:spcBef>
                <a:spcPts val="0"/>
              </a:spcBef>
              <a:spcAft>
                <a:spcPts val="0"/>
              </a:spcAft>
              <a:buNone/>
            </a:pPr>
            <a:r>
              <a:t/>
            </a:r>
            <a:endParaRPr b="1" sz="2000"/>
          </a:p>
          <a:p>
            <a:pPr indent="0" lvl="0" marL="0" rtl="0" algn="ctr">
              <a:spcBef>
                <a:spcPts val="0"/>
              </a:spcBef>
              <a:spcAft>
                <a:spcPts val="0"/>
              </a:spcAft>
              <a:buNone/>
            </a:pPr>
            <a:r>
              <a:rPr b="1" lang="en" sz="2000"/>
              <a:t>1996</a:t>
            </a:r>
            <a:endParaRPr b="1" sz="2000"/>
          </a:p>
          <a:p>
            <a:pPr indent="0" lvl="0" marL="0" rtl="0" algn="ctr">
              <a:spcBef>
                <a:spcPts val="0"/>
              </a:spcBef>
              <a:spcAft>
                <a:spcPts val="0"/>
              </a:spcAft>
              <a:buNone/>
            </a:pPr>
            <a:r>
              <a:rPr b="1" lang="en" sz="2000"/>
              <a:t>2005</a:t>
            </a:r>
            <a:endParaRPr b="1"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0" name="Shape 1940"/>
        <p:cNvGrpSpPr/>
        <p:nvPr/>
      </p:nvGrpSpPr>
      <p:grpSpPr>
        <a:xfrm>
          <a:off x="0" y="0"/>
          <a:ext cx="0" cy="0"/>
          <a:chOff x="0" y="0"/>
          <a:chExt cx="0" cy="0"/>
        </a:xfrm>
      </p:grpSpPr>
      <p:sp>
        <p:nvSpPr>
          <p:cNvPr id="1941" name="Google Shape;1941;p41"/>
          <p:cNvSpPr txBox="1"/>
          <p:nvPr>
            <p:ph type="title"/>
          </p:nvPr>
        </p:nvSpPr>
        <p:spPr>
          <a:xfrm>
            <a:off x="376025" y="682500"/>
            <a:ext cx="7579800" cy="3778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Clasificación de las Bases de Datos</a:t>
            </a:r>
            <a:endParaRPr/>
          </a:p>
        </p:txBody>
      </p:sp>
      <p:sp>
        <p:nvSpPr>
          <p:cNvPr id="1942" name="Google Shape;1942;p41"/>
          <p:cNvSpPr txBox="1"/>
          <p:nvPr>
            <p:ph idx="4294967295" type="title"/>
          </p:nvPr>
        </p:nvSpPr>
        <p:spPr>
          <a:xfrm>
            <a:off x="79475" y="79025"/>
            <a:ext cx="805500" cy="681000"/>
          </a:xfrm>
          <a:prstGeom prst="rect">
            <a:avLst/>
          </a:prstGeom>
          <a:solidFill>
            <a:schemeClr val="dk1"/>
          </a:solidFill>
        </p:spPr>
        <p:txBody>
          <a:bodyPr anchorCtr="0" anchor="t" bIns="91425" lIns="91425" spcFirstLastPara="1" rIns="91425" wrap="square" tIns="91425">
            <a:noAutofit/>
          </a:bodyPr>
          <a:lstStyle/>
          <a:p>
            <a:pPr indent="0" lvl="0" marL="0" rtl="0" algn="ctr">
              <a:spcBef>
                <a:spcPts val="0"/>
              </a:spcBef>
              <a:spcAft>
                <a:spcPts val="0"/>
              </a:spcAft>
              <a:buNone/>
            </a:pPr>
            <a:r>
              <a:rPr lang="en" sz="4200">
                <a:solidFill>
                  <a:schemeClr val="lt1"/>
                </a:solidFill>
              </a:rPr>
              <a:t>3</a:t>
            </a:r>
            <a:endParaRPr sz="42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6" name="Shape 1946"/>
        <p:cNvGrpSpPr/>
        <p:nvPr/>
      </p:nvGrpSpPr>
      <p:grpSpPr>
        <a:xfrm>
          <a:off x="0" y="0"/>
          <a:ext cx="0" cy="0"/>
          <a:chOff x="0" y="0"/>
          <a:chExt cx="0" cy="0"/>
        </a:xfrm>
      </p:grpSpPr>
      <p:sp>
        <p:nvSpPr>
          <p:cNvPr id="1947" name="Google Shape;1947;p42"/>
          <p:cNvSpPr txBox="1"/>
          <p:nvPr>
            <p:ph type="title"/>
          </p:nvPr>
        </p:nvSpPr>
        <p:spPr>
          <a:xfrm>
            <a:off x="1807671" y="338325"/>
            <a:ext cx="5528700" cy="61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Clasificación de las Bases de Datos</a:t>
            </a:r>
            <a:endParaRPr/>
          </a:p>
        </p:txBody>
      </p:sp>
      <p:sp>
        <p:nvSpPr>
          <p:cNvPr id="1948" name="Google Shape;1948;p42"/>
          <p:cNvSpPr txBox="1"/>
          <p:nvPr>
            <p:ph idx="1" type="subTitle"/>
          </p:nvPr>
        </p:nvSpPr>
        <p:spPr>
          <a:xfrm>
            <a:off x="5220284" y="2433295"/>
            <a:ext cx="2363400" cy="1552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700"/>
              <a:t>(</a:t>
            </a:r>
            <a:r>
              <a:rPr b="1" lang="en" sz="2700"/>
              <a:t>Según la Ubicación de la Información)</a:t>
            </a:r>
            <a:endParaRPr b="1" sz="2700"/>
          </a:p>
        </p:txBody>
      </p:sp>
      <p:sp>
        <p:nvSpPr>
          <p:cNvPr id="1949" name="Google Shape;1949;p42"/>
          <p:cNvSpPr txBox="1"/>
          <p:nvPr>
            <p:ph idx="2" type="subTitle"/>
          </p:nvPr>
        </p:nvSpPr>
        <p:spPr>
          <a:xfrm>
            <a:off x="1410388" y="2465483"/>
            <a:ext cx="2142000" cy="136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700"/>
              <a:t>(</a:t>
            </a:r>
            <a:r>
              <a:rPr b="1" lang="en" sz="2700"/>
              <a:t>Según el Modelo de </a:t>
            </a:r>
            <a:endParaRPr b="1" sz="2700"/>
          </a:p>
          <a:p>
            <a:pPr indent="0" lvl="0" marL="0" rtl="0" algn="ctr">
              <a:spcBef>
                <a:spcPts val="0"/>
              </a:spcBef>
              <a:spcAft>
                <a:spcPts val="0"/>
              </a:spcAft>
              <a:buNone/>
            </a:pPr>
            <a:r>
              <a:rPr b="1" lang="en" sz="2700"/>
              <a:t>Datos)</a:t>
            </a:r>
            <a:endParaRPr b="1" sz="2700"/>
          </a:p>
        </p:txBody>
      </p:sp>
      <p:sp>
        <p:nvSpPr>
          <p:cNvPr id="1950" name="Google Shape;1950;p42"/>
          <p:cNvSpPr txBox="1"/>
          <p:nvPr>
            <p:ph idx="3" type="subTitle"/>
          </p:nvPr>
        </p:nvSpPr>
        <p:spPr>
          <a:xfrm>
            <a:off x="4412079" y="995828"/>
            <a:ext cx="3979800" cy="1552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200"/>
              <a:t>CENTRALIZADAS/</a:t>
            </a:r>
            <a:endParaRPr sz="4200"/>
          </a:p>
          <a:p>
            <a:pPr indent="0" lvl="0" marL="0" rtl="0" algn="ctr">
              <a:spcBef>
                <a:spcPts val="0"/>
              </a:spcBef>
              <a:spcAft>
                <a:spcPts val="0"/>
              </a:spcAft>
              <a:buNone/>
            </a:pPr>
            <a:r>
              <a:rPr lang="en" sz="4200"/>
              <a:t>DISTRIBUIDAS</a:t>
            </a:r>
            <a:endParaRPr sz="4200"/>
          </a:p>
        </p:txBody>
      </p:sp>
      <p:sp>
        <p:nvSpPr>
          <p:cNvPr id="1951" name="Google Shape;1951;p42"/>
          <p:cNvSpPr txBox="1"/>
          <p:nvPr>
            <p:ph idx="4" type="subTitle"/>
          </p:nvPr>
        </p:nvSpPr>
        <p:spPr>
          <a:xfrm>
            <a:off x="1030270" y="1242525"/>
            <a:ext cx="3043800" cy="804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4200">
                <a:latin typeface="Barlow Semi Condensed"/>
                <a:ea typeface="Barlow Semi Condensed"/>
                <a:cs typeface="Barlow Semi Condensed"/>
                <a:sym typeface="Barlow Semi Condensed"/>
              </a:rPr>
              <a:t>TOPOLOGÍA</a:t>
            </a:r>
            <a:endParaRPr b="1" sz="4200">
              <a:latin typeface="Barlow Semi Condensed"/>
              <a:ea typeface="Barlow Semi Condensed"/>
              <a:cs typeface="Barlow Semi Condensed"/>
              <a:sym typeface="Barlow Semi Condensed"/>
            </a:endParaRPr>
          </a:p>
        </p:txBody>
      </p:sp>
      <p:cxnSp>
        <p:nvCxnSpPr>
          <p:cNvPr id="1952" name="Google Shape;1952;p42"/>
          <p:cNvCxnSpPr/>
          <p:nvPr/>
        </p:nvCxnSpPr>
        <p:spPr>
          <a:xfrm>
            <a:off x="4262650" y="877859"/>
            <a:ext cx="63000" cy="4194900"/>
          </a:xfrm>
          <a:prstGeom prst="straightConnector1">
            <a:avLst/>
          </a:prstGeom>
          <a:noFill/>
          <a:ln cap="flat" cmpd="sng" w="228600">
            <a:solidFill>
              <a:schemeClr val="dk2"/>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6" name="Shape 1956"/>
        <p:cNvGrpSpPr/>
        <p:nvPr/>
      </p:nvGrpSpPr>
      <p:grpSpPr>
        <a:xfrm>
          <a:off x="0" y="0"/>
          <a:ext cx="0" cy="0"/>
          <a:chOff x="0" y="0"/>
          <a:chExt cx="0" cy="0"/>
        </a:xfrm>
      </p:grpSpPr>
      <p:pic>
        <p:nvPicPr>
          <p:cNvPr id="1957" name="Google Shape;1957;p43"/>
          <p:cNvPicPr preferRelativeResize="0"/>
          <p:nvPr/>
        </p:nvPicPr>
        <p:blipFill>
          <a:blip r:embed="rId3">
            <a:alphaModFix/>
          </a:blip>
          <a:stretch>
            <a:fillRect/>
          </a:stretch>
        </p:blipFill>
        <p:spPr>
          <a:xfrm>
            <a:off x="0" y="0"/>
            <a:ext cx="9150379"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1" name="Shape 1961"/>
        <p:cNvGrpSpPr/>
        <p:nvPr/>
      </p:nvGrpSpPr>
      <p:grpSpPr>
        <a:xfrm>
          <a:off x="0" y="0"/>
          <a:ext cx="0" cy="0"/>
          <a:chOff x="0" y="0"/>
          <a:chExt cx="0" cy="0"/>
        </a:xfrm>
      </p:grpSpPr>
      <p:pic>
        <p:nvPicPr>
          <p:cNvPr id="1962" name="Google Shape;1962;p44"/>
          <p:cNvPicPr preferRelativeResize="0"/>
          <p:nvPr/>
        </p:nvPicPr>
        <p:blipFill>
          <a:blip r:embed="rId3">
            <a:alphaModFix/>
          </a:blip>
          <a:stretch>
            <a:fillRect/>
          </a:stretch>
        </p:blipFill>
        <p:spPr>
          <a:xfrm>
            <a:off x="0" y="0"/>
            <a:ext cx="9144003"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6" name="Shape 1966"/>
        <p:cNvGrpSpPr/>
        <p:nvPr/>
      </p:nvGrpSpPr>
      <p:grpSpPr>
        <a:xfrm>
          <a:off x="0" y="0"/>
          <a:ext cx="0" cy="0"/>
          <a:chOff x="0" y="0"/>
          <a:chExt cx="0" cy="0"/>
        </a:xfrm>
      </p:grpSpPr>
      <p:pic>
        <p:nvPicPr>
          <p:cNvPr id="1967" name="Google Shape;1967;p45"/>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1" name="Shape 1971"/>
        <p:cNvGrpSpPr/>
        <p:nvPr/>
      </p:nvGrpSpPr>
      <p:grpSpPr>
        <a:xfrm>
          <a:off x="0" y="0"/>
          <a:ext cx="0" cy="0"/>
          <a:chOff x="0" y="0"/>
          <a:chExt cx="0" cy="0"/>
        </a:xfrm>
      </p:grpSpPr>
      <p:sp>
        <p:nvSpPr>
          <p:cNvPr id="1972" name="Google Shape;1972;p46"/>
          <p:cNvSpPr txBox="1"/>
          <p:nvPr>
            <p:ph type="title"/>
          </p:nvPr>
        </p:nvSpPr>
        <p:spPr>
          <a:xfrm>
            <a:off x="376025" y="682500"/>
            <a:ext cx="7579800" cy="3778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Arquitectura y Gestión de Bases de Datos</a:t>
            </a:r>
            <a:endParaRPr/>
          </a:p>
        </p:txBody>
      </p:sp>
      <p:sp>
        <p:nvSpPr>
          <p:cNvPr id="1973" name="Google Shape;1973;p46"/>
          <p:cNvSpPr txBox="1"/>
          <p:nvPr>
            <p:ph idx="4294967295" type="title"/>
          </p:nvPr>
        </p:nvSpPr>
        <p:spPr>
          <a:xfrm>
            <a:off x="79475" y="79025"/>
            <a:ext cx="805500" cy="681000"/>
          </a:xfrm>
          <a:prstGeom prst="rect">
            <a:avLst/>
          </a:prstGeom>
          <a:solidFill>
            <a:schemeClr val="dk1"/>
          </a:solidFill>
        </p:spPr>
        <p:txBody>
          <a:bodyPr anchorCtr="0" anchor="t" bIns="91425" lIns="91425" spcFirstLastPara="1" rIns="91425" wrap="square" tIns="91425">
            <a:noAutofit/>
          </a:bodyPr>
          <a:lstStyle/>
          <a:p>
            <a:pPr indent="0" lvl="0" marL="0" rtl="0" algn="ctr">
              <a:spcBef>
                <a:spcPts val="0"/>
              </a:spcBef>
              <a:spcAft>
                <a:spcPts val="0"/>
              </a:spcAft>
              <a:buNone/>
            </a:pPr>
            <a:r>
              <a:rPr lang="en" sz="4200">
                <a:solidFill>
                  <a:schemeClr val="lt1"/>
                </a:solidFill>
              </a:rPr>
              <a:t>4</a:t>
            </a:r>
            <a:endParaRPr sz="420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7" name="Shape 1977"/>
        <p:cNvGrpSpPr/>
        <p:nvPr/>
      </p:nvGrpSpPr>
      <p:grpSpPr>
        <a:xfrm>
          <a:off x="0" y="0"/>
          <a:ext cx="0" cy="0"/>
          <a:chOff x="0" y="0"/>
          <a:chExt cx="0" cy="0"/>
        </a:xfrm>
      </p:grpSpPr>
      <p:sp>
        <p:nvSpPr>
          <p:cNvPr id="1978" name="Google Shape;1978;p47"/>
          <p:cNvSpPr txBox="1"/>
          <p:nvPr>
            <p:ph idx="4294967295" type="title"/>
          </p:nvPr>
        </p:nvSpPr>
        <p:spPr>
          <a:xfrm>
            <a:off x="1823475" y="24949"/>
            <a:ext cx="5496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Arquitectura de 3 Niveles</a:t>
            </a:r>
            <a:endParaRPr/>
          </a:p>
        </p:txBody>
      </p:sp>
      <p:pic>
        <p:nvPicPr>
          <p:cNvPr id="1979" name="Google Shape;1979;p47" title="MODELO-ANSI-PARK-ANSI-SPARC.jpeg-281x300-1-565x750.png"/>
          <p:cNvPicPr preferRelativeResize="0"/>
          <p:nvPr/>
        </p:nvPicPr>
        <p:blipFill>
          <a:blip r:embed="rId3">
            <a:alphaModFix/>
          </a:blip>
          <a:stretch>
            <a:fillRect/>
          </a:stretch>
        </p:blipFill>
        <p:spPr>
          <a:xfrm>
            <a:off x="1986025" y="630850"/>
            <a:ext cx="5171951" cy="4441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3" name="Shape 1983"/>
        <p:cNvGrpSpPr/>
        <p:nvPr/>
      </p:nvGrpSpPr>
      <p:grpSpPr>
        <a:xfrm>
          <a:off x="0" y="0"/>
          <a:ext cx="0" cy="0"/>
          <a:chOff x="0" y="0"/>
          <a:chExt cx="0" cy="0"/>
        </a:xfrm>
      </p:grpSpPr>
      <p:pic>
        <p:nvPicPr>
          <p:cNvPr id="1984" name="Google Shape;1984;p48" title="35ed10_2b5799c23d59432780182aa25a77a90b~mv2.jpg"/>
          <p:cNvPicPr preferRelativeResize="0"/>
          <p:nvPr/>
        </p:nvPicPr>
        <p:blipFill>
          <a:blip r:embed="rId3">
            <a:alphaModFix/>
          </a:blip>
          <a:stretch>
            <a:fillRect/>
          </a:stretch>
        </p:blipFill>
        <p:spPr>
          <a:xfrm>
            <a:off x="1353485" y="936751"/>
            <a:ext cx="6437025" cy="3270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8" name="Shape 1988"/>
        <p:cNvGrpSpPr/>
        <p:nvPr/>
      </p:nvGrpSpPr>
      <p:grpSpPr>
        <a:xfrm>
          <a:off x="0" y="0"/>
          <a:ext cx="0" cy="0"/>
          <a:chOff x="0" y="0"/>
          <a:chExt cx="0" cy="0"/>
        </a:xfrm>
      </p:grpSpPr>
      <p:sp>
        <p:nvSpPr>
          <p:cNvPr id="1989" name="Google Shape;1989;p49"/>
          <p:cNvSpPr txBox="1"/>
          <p:nvPr>
            <p:ph type="title"/>
          </p:nvPr>
        </p:nvSpPr>
        <p:spPr>
          <a:xfrm>
            <a:off x="1337000" y="409125"/>
            <a:ext cx="3900900" cy="5760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
              <a:t>Elementos de un </a:t>
            </a:r>
            <a:r>
              <a:rPr lang="en"/>
              <a:t>SGBD</a:t>
            </a:r>
            <a:endParaRPr/>
          </a:p>
        </p:txBody>
      </p:sp>
      <p:sp>
        <p:nvSpPr>
          <p:cNvPr id="1990" name="Google Shape;1990;p49"/>
          <p:cNvSpPr txBox="1"/>
          <p:nvPr>
            <p:ph idx="1" type="subTitle"/>
          </p:nvPr>
        </p:nvSpPr>
        <p:spPr>
          <a:xfrm>
            <a:off x="1179725" y="1620125"/>
            <a:ext cx="1764900" cy="42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Motor de base de datos</a:t>
            </a:r>
            <a:endParaRPr/>
          </a:p>
        </p:txBody>
      </p:sp>
      <p:sp>
        <p:nvSpPr>
          <p:cNvPr id="1991" name="Google Shape;1991;p49"/>
          <p:cNvSpPr txBox="1"/>
          <p:nvPr>
            <p:ph idx="3" type="subTitle"/>
          </p:nvPr>
        </p:nvSpPr>
        <p:spPr>
          <a:xfrm>
            <a:off x="3597450" y="1501976"/>
            <a:ext cx="1764900" cy="42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Procesador de consultas</a:t>
            </a:r>
            <a:endParaRPr/>
          </a:p>
        </p:txBody>
      </p:sp>
      <p:sp>
        <p:nvSpPr>
          <p:cNvPr id="1992" name="Google Shape;1992;p49"/>
          <p:cNvSpPr txBox="1"/>
          <p:nvPr>
            <p:ph idx="5" type="subTitle"/>
          </p:nvPr>
        </p:nvSpPr>
        <p:spPr>
          <a:xfrm>
            <a:off x="5856675" y="1737761"/>
            <a:ext cx="1764900" cy="45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Optimizador de consultas</a:t>
            </a:r>
            <a:endParaRPr/>
          </a:p>
        </p:txBody>
      </p:sp>
      <p:sp>
        <p:nvSpPr>
          <p:cNvPr id="1993" name="Google Shape;1993;p49"/>
          <p:cNvSpPr txBox="1"/>
          <p:nvPr>
            <p:ph idx="9" type="subTitle"/>
          </p:nvPr>
        </p:nvSpPr>
        <p:spPr>
          <a:xfrm>
            <a:off x="2567175" y="2633986"/>
            <a:ext cx="1949100" cy="45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Gestor de transacciones</a:t>
            </a:r>
            <a:endParaRPr/>
          </a:p>
        </p:txBody>
      </p:sp>
      <p:sp>
        <p:nvSpPr>
          <p:cNvPr id="1994" name="Google Shape;1994;p49"/>
          <p:cNvSpPr txBox="1"/>
          <p:nvPr>
            <p:ph idx="14" type="subTitle"/>
          </p:nvPr>
        </p:nvSpPr>
        <p:spPr>
          <a:xfrm>
            <a:off x="4881816" y="2980008"/>
            <a:ext cx="1764900" cy="45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Herramientas de administración</a:t>
            </a:r>
            <a:endParaRPr/>
          </a:p>
        </p:txBody>
      </p:sp>
      <p:sp>
        <p:nvSpPr>
          <p:cNvPr id="1995" name="Google Shape;1995;p49"/>
          <p:cNvSpPr txBox="1"/>
          <p:nvPr>
            <p:ph idx="1" type="subTitle"/>
          </p:nvPr>
        </p:nvSpPr>
        <p:spPr>
          <a:xfrm>
            <a:off x="7019716" y="3091186"/>
            <a:ext cx="1764900" cy="45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Lenguaje de datos</a:t>
            </a:r>
            <a:endParaRPr/>
          </a:p>
        </p:txBody>
      </p:sp>
      <p:sp>
        <p:nvSpPr>
          <p:cNvPr id="1996" name="Google Shape;1996;p49"/>
          <p:cNvSpPr txBox="1"/>
          <p:nvPr>
            <p:ph idx="1" type="subTitle"/>
          </p:nvPr>
        </p:nvSpPr>
        <p:spPr>
          <a:xfrm>
            <a:off x="433453" y="2829103"/>
            <a:ext cx="1945200" cy="759000"/>
          </a:xfrm>
          <a:prstGeom prst="rect">
            <a:avLst/>
          </a:prstGeom>
          <a:no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49"/>
          <p:cNvSpPr txBox="1"/>
          <p:nvPr>
            <p:ph idx="7" type="subTitle"/>
          </p:nvPr>
        </p:nvSpPr>
        <p:spPr>
          <a:xfrm>
            <a:off x="523600" y="2885633"/>
            <a:ext cx="1764900" cy="45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Diccionario de datos</a:t>
            </a:r>
            <a:endParaRPr/>
          </a:p>
        </p:txBody>
      </p:sp>
      <p:sp>
        <p:nvSpPr>
          <p:cNvPr id="1998" name="Google Shape;1998;p49"/>
          <p:cNvSpPr txBox="1"/>
          <p:nvPr>
            <p:ph idx="2" type="subTitle"/>
          </p:nvPr>
        </p:nvSpPr>
        <p:spPr>
          <a:xfrm>
            <a:off x="2569128" y="2633978"/>
            <a:ext cx="1945200" cy="759000"/>
          </a:xfrm>
          <a:prstGeom prst="rect">
            <a:avLst/>
          </a:prstGeom>
          <a:no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49"/>
          <p:cNvSpPr txBox="1"/>
          <p:nvPr>
            <p:ph idx="3" type="subTitle"/>
          </p:nvPr>
        </p:nvSpPr>
        <p:spPr>
          <a:xfrm>
            <a:off x="1089578" y="1586853"/>
            <a:ext cx="1945200" cy="759000"/>
          </a:xfrm>
          <a:prstGeom prst="rect">
            <a:avLst/>
          </a:prstGeom>
          <a:no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49"/>
          <p:cNvSpPr txBox="1"/>
          <p:nvPr>
            <p:ph idx="4" type="subTitle"/>
          </p:nvPr>
        </p:nvSpPr>
        <p:spPr>
          <a:xfrm>
            <a:off x="3507303" y="1501978"/>
            <a:ext cx="1945200" cy="759000"/>
          </a:xfrm>
          <a:prstGeom prst="rect">
            <a:avLst/>
          </a:prstGeom>
          <a:no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49"/>
          <p:cNvSpPr txBox="1"/>
          <p:nvPr>
            <p:ph idx="5" type="subTitle"/>
          </p:nvPr>
        </p:nvSpPr>
        <p:spPr>
          <a:xfrm>
            <a:off x="5730928" y="1737753"/>
            <a:ext cx="1945200" cy="759000"/>
          </a:xfrm>
          <a:prstGeom prst="rect">
            <a:avLst/>
          </a:prstGeom>
          <a:no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49"/>
          <p:cNvSpPr txBox="1"/>
          <p:nvPr>
            <p:ph idx="6" type="subTitle"/>
          </p:nvPr>
        </p:nvSpPr>
        <p:spPr>
          <a:xfrm>
            <a:off x="4791669" y="2940278"/>
            <a:ext cx="1945200" cy="759000"/>
          </a:xfrm>
          <a:prstGeom prst="rect">
            <a:avLst/>
          </a:prstGeom>
          <a:no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49"/>
          <p:cNvSpPr txBox="1"/>
          <p:nvPr>
            <p:ph idx="7" type="subTitle"/>
          </p:nvPr>
        </p:nvSpPr>
        <p:spPr>
          <a:xfrm>
            <a:off x="6929569" y="2940278"/>
            <a:ext cx="1945200" cy="759000"/>
          </a:xfrm>
          <a:prstGeom prst="rect">
            <a:avLst/>
          </a:prstGeom>
          <a:no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49"/>
          <p:cNvSpPr txBox="1"/>
          <p:nvPr>
            <p:ph idx="8" type="subTitle"/>
          </p:nvPr>
        </p:nvSpPr>
        <p:spPr>
          <a:xfrm>
            <a:off x="1494648" y="344600"/>
            <a:ext cx="3585600" cy="7590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8" name="Shape 2008"/>
        <p:cNvGrpSpPr/>
        <p:nvPr/>
      </p:nvGrpSpPr>
      <p:grpSpPr>
        <a:xfrm>
          <a:off x="0" y="0"/>
          <a:ext cx="0" cy="0"/>
          <a:chOff x="0" y="0"/>
          <a:chExt cx="0" cy="0"/>
        </a:xfrm>
      </p:grpSpPr>
      <p:sp>
        <p:nvSpPr>
          <p:cNvPr id="2009" name="Google Shape;2009;p50"/>
          <p:cNvSpPr txBox="1"/>
          <p:nvPr>
            <p:ph idx="4294967295" type="title"/>
          </p:nvPr>
        </p:nvSpPr>
        <p:spPr>
          <a:xfrm>
            <a:off x="1823475" y="338328"/>
            <a:ext cx="5496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 Ejemplos</a:t>
            </a:r>
            <a:endParaRPr/>
          </a:p>
        </p:txBody>
      </p:sp>
      <p:pic>
        <p:nvPicPr>
          <p:cNvPr id="2010" name="Google Shape;2010;p50" title="ADMINISTRACION-DE-SISTEMAS-GESTORES-DE-BASES-DE-DATOS.jpg"/>
          <p:cNvPicPr preferRelativeResize="0"/>
          <p:nvPr/>
        </p:nvPicPr>
        <p:blipFill>
          <a:blip r:embed="rId3">
            <a:alphaModFix/>
          </a:blip>
          <a:stretch>
            <a:fillRect/>
          </a:stretch>
        </p:blipFill>
        <p:spPr>
          <a:xfrm>
            <a:off x="1626250" y="867441"/>
            <a:ext cx="5891507" cy="392767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4" name="Shape 2014"/>
        <p:cNvGrpSpPr/>
        <p:nvPr/>
      </p:nvGrpSpPr>
      <p:grpSpPr>
        <a:xfrm>
          <a:off x="0" y="0"/>
          <a:ext cx="0" cy="0"/>
          <a:chOff x="0" y="0"/>
          <a:chExt cx="0" cy="0"/>
        </a:xfrm>
      </p:grpSpPr>
      <p:sp>
        <p:nvSpPr>
          <p:cNvPr id="2015" name="Google Shape;2015;p51"/>
          <p:cNvSpPr txBox="1"/>
          <p:nvPr>
            <p:ph type="title"/>
          </p:nvPr>
        </p:nvSpPr>
        <p:spPr>
          <a:xfrm>
            <a:off x="1218150" y="912750"/>
            <a:ext cx="6707700" cy="331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Ley de Protección de Datos</a:t>
            </a:r>
            <a:endParaRPr/>
          </a:p>
        </p:txBody>
      </p:sp>
      <p:sp>
        <p:nvSpPr>
          <p:cNvPr id="2016" name="Google Shape;2016;p51"/>
          <p:cNvSpPr txBox="1"/>
          <p:nvPr>
            <p:ph idx="4294967295" type="title"/>
          </p:nvPr>
        </p:nvSpPr>
        <p:spPr>
          <a:xfrm>
            <a:off x="79475" y="79025"/>
            <a:ext cx="805500" cy="681000"/>
          </a:xfrm>
          <a:prstGeom prst="rect">
            <a:avLst/>
          </a:prstGeom>
          <a:solidFill>
            <a:schemeClr val="dk1"/>
          </a:solidFill>
        </p:spPr>
        <p:txBody>
          <a:bodyPr anchorCtr="0" anchor="t" bIns="91425" lIns="91425" spcFirstLastPara="1" rIns="91425" wrap="square" tIns="91425">
            <a:noAutofit/>
          </a:bodyPr>
          <a:lstStyle/>
          <a:p>
            <a:pPr indent="0" lvl="0" marL="0" rtl="0" algn="ctr">
              <a:spcBef>
                <a:spcPts val="0"/>
              </a:spcBef>
              <a:spcAft>
                <a:spcPts val="0"/>
              </a:spcAft>
              <a:buNone/>
            </a:pPr>
            <a:r>
              <a:rPr lang="en" sz="4200">
                <a:solidFill>
                  <a:schemeClr val="lt1"/>
                </a:solidFill>
              </a:rPr>
              <a:t>5</a:t>
            </a:r>
            <a:endParaRPr sz="4200">
              <a:solidFill>
                <a:schemeClr val="l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0" name="Shape 2020"/>
        <p:cNvGrpSpPr/>
        <p:nvPr/>
      </p:nvGrpSpPr>
      <p:grpSpPr>
        <a:xfrm>
          <a:off x="0" y="0"/>
          <a:ext cx="0" cy="0"/>
          <a:chOff x="0" y="0"/>
          <a:chExt cx="0" cy="0"/>
        </a:xfrm>
      </p:grpSpPr>
      <p:sp>
        <p:nvSpPr>
          <p:cNvPr id="2021" name="Google Shape;2021;p52"/>
          <p:cNvSpPr txBox="1"/>
          <p:nvPr>
            <p:ph type="title"/>
          </p:nvPr>
        </p:nvSpPr>
        <p:spPr>
          <a:xfrm>
            <a:off x="723750" y="526925"/>
            <a:ext cx="7696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Un poco de Historia</a:t>
            </a:r>
            <a:endParaRPr/>
          </a:p>
        </p:txBody>
      </p:sp>
      <p:pic>
        <p:nvPicPr>
          <p:cNvPr id="2022" name="Google Shape;2022;p52" title="ampliacion-derechos.png"/>
          <p:cNvPicPr preferRelativeResize="0"/>
          <p:nvPr/>
        </p:nvPicPr>
        <p:blipFill>
          <a:blip r:embed="rId3">
            <a:alphaModFix/>
          </a:blip>
          <a:stretch>
            <a:fillRect/>
          </a:stretch>
        </p:blipFill>
        <p:spPr>
          <a:xfrm>
            <a:off x="495300" y="1283475"/>
            <a:ext cx="8153400" cy="2895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6" name="Shape 2026"/>
        <p:cNvGrpSpPr/>
        <p:nvPr/>
      </p:nvGrpSpPr>
      <p:grpSpPr>
        <a:xfrm>
          <a:off x="0" y="0"/>
          <a:ext cx="0" cy="0"/>
          <a:chOff x="0" y="0"/>
          <a:chExt cx="0" cy="0"/>
        </a:xfrm>
      </p:grpSpPr>
      <p:sp>
        <p:nvSpPr>
          <p:cNvPr id="2027" name="Google Shape;2027;p53"/>
          <p:cNvSpPr txBox="1"/>
          <p:nvPr>
            <p:ph type="title"/>
          </p:nvPr>
        </p:nvSpPr>
        <p:spPr>
          <a:xfrm>
            <a:off x="1823475" y="338328"/>
            <a:ext cx="5496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Derechos y Obligaciones</a:t>
            </a:r>
            <a:endParaRPr/>
          </a:p>
        </p:txBody>
      </p:sp>
      <p:pic>
        <p:nvPicPr>
          <p:cNvPr id="2028" name="Google Shape;2028;p53" title="derechos-arco-lopd-rgpd.jpg"/>
          <p:cNvPicPr preferRelativeResize="0"/>
          <p:nvPr/>
        </p:nvPicPr>
        <p:blipFill>
          <a:blip r:embed="rId3">
            <a:alphaModFix/>
          </a:blip>
          <a:stretch>
            <a:fillRect/>
          </a:stretch>
        </p:blipFill>
        <p:spPr>
          <a:xfrm>
            <a:off x="1178600" y="1008375"/>
            <a:ext cx="2765642" cy="3927676"/>
          </a:xfrm>
          <a:prstGeom prst="rect">
            <a:avLst/>
          </a:prstGeom>
          <a:noFill/>
          <a:ln>
            <a:noFill/>
          </a:ln>
        </p:spPr>
      </p:pic>
      <p:pic>
        <p:nvPicPr>
          <p:cNvPr id="2029" name="Google Shape;2029;p53" title="27_Ciber-min.jpg"/>
          <p:cNvPicPr preferRelativeResize="0"/>
          <p:nvPr/>
        </p:nvPicPr>
        <p:blipFill>
          <a:blip r:embed="rId4">
            <a:alphaModFix/>
          </a:blip>
          <a:stretch>
            <a:fillRect/>
          </a:stretch>
        </p:blipFill>
        <p:spPr>
          <a:xfrm>
            <a:off x="4345925" y="1134100"/>
            <a:ext cx="3644626" cy="25607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3" name="Shape 2033"/>
        <p:cNvGrpSpPr/>
        <p:nvPr/>
      </p:nvGrpSpPr>
      <p:grpSpPr>
        <a:xfrm>
          <a:off x="0" y="0"/>
          <a:ext cx="0" cy="0"/>
          <a:chOff x="0" y="0"/>
          <a:chExt cx="0" cy="0"/>
        </a:xfrm>
      </p:grpSpPr>
      <p:sp>
        <p:nvSpPr>
          <p:cNvPr id="2034" name="Google Shape;2034;p54"/>
          <p:cNvSpPr txBox="1"/>
          <p:nvPr>
            <p:ph type="title"/>
          </p:nvPr>
        </p:nvSpPr>
        <p:spPr>
          <a:xfrm>
            <a:off x="1218150" y="912750"/>
            <a:ext cx="6707700" cy="331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Big Data e Inteligencia de Negocios</a:t>
            </a:r>
            <a:endParaRPr/>
          </a:p>
        </p:txBody>
      </p:sp>
      <p:sp>
        <p:nvSpPr>
          <p:cNvPr id="2035" name="Google Shape;2035;p54"/>
          <p:cNvSpPr txBox="1"/>
          <p:nvPr>
            <p:ph idx="4294967295" type="title"/>
          </p:nvPr>
        </p:nvSpPr>
        <p:spPr>
          <a:xfrm>
            <a:off x="79475" y="79025"/>
            <a:ext cx="805500" cy="681000"/>
          </a:xfrm>
          <a:prstGeom prst="rect">
            <a:avLst/>
          </a:prstGeom>
          <a:solidFill>
            <a:schemeClr val="dk1"/>
          </a:solidFill>
        </p:spPr>
        <p:txBody>
          <a:bodyPr anchorCtr="0" anchor="t" bIns="91425" lIns="91425" spcFirstLastPara="1" rIns="91425" wrap="square" tIns="91425">
            <a:noAutofit/>
          </a:bodyPr>
          <a:lstStyle/>
          <a:p>
            <a:pPr indent="0" lvl="0" marL="0" rtl="0" algn="ctr">
              <a:spcBef>
                <a:spcPts val="0"/>
              </a:spcBef>
              <a:spcAft>
                <a:spcPts val="0"/>
              </a:spcAft>
              <a:buNone/>
            </a:pPr>
            <a:r>
              <a:rPr lang="en" sz="4200">
                <a:solidFill>
                  <a:schemeClr val="lt1"/>
                </a:solidFill>
              </a:rPr>
              <a:t>6</a:t>
            </a:r>
            <a:endParaRPr sz="4200">
              <a:solidFill>
                <a:schemeClr val="lt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9" name="Shape 2039"/>
        <p:cNvGrpSpPr/>
        <p:nvPr/>
      </p:nvGrpSpPr>
      <p:grpSpPr>
        <a:xfrm>
          <a:off x="0" y="0"/>
          <a:ext cx="0" cy="0"/>
          <a:chOff x="0" y="0"/>
          <a:chExt cx="0" cy="0"/>
        </a:xfrm>
      </p:grpSpPr>
      <p:sp>
        <p:nvSpPr>
          <p:cNvPr id="2040" name="Google Shape;2040;p55"/>
          <p:cNvSpPr txBox="1"/>
          <p:nvPr>
            <p:ph type="title"/>
          </p:nvPr>
        </p:nvSpPr>
        <p:spPr>
          <a:xfrm>
            <a:off x="1823475" y="338328"/>
            <a:ext cx="5496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Concepto : Las 5 ‘V’</a:t>
            </a:r>
            <a:endParaRPr/>
          </a:p>
        </p:txBody>
      </p:sp>
      <p:pic>
        <p:nvPicPr>
          <p:cNvPr id="2041" name="Google Shape;2041;p55" title="1_YejjU_69ffDyrC0z-X9jYQ.jpg"/>
          <p:cNvPicPr preferRelativeResize="0"/>
          <p:nvPr/>
        </p:nvPicPr>
        <p:blipFill>
          <a:blip r:embed="rId3">
            <a:alphaModFix/>
          </a:blip>
          <a:stretch>
            <a:fillRect/>
          </a:stretch>
        </p:blipFill>
        <p:spPr>
          <a:xfrm>
            <a:off x="1377725" y="1107675"/>
            <a:ext cx="6388550" cy="359585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5" name="Shape 2045"/>
        <p:cNvGrpSpPr/>
        <p:nvPr/>
      </p:nvGrpSpPr>
      <p:grpSpPr>
        <a:xfrm>
          <a:off x="0" y="0"/>
          <a:ext cx="0" cy="0"/>
          <a:chOff x="0" y="0"/>
          <a:chExt cx="0" cy="0"/>
        </a:xfrm>
      </p:grpSpPr>
      <p:sp>
        <p:nvSpPr>
          <p:cNvPr id="2046" name="Google Shape;2046;p56"/>
          <p:cNvSpPr txBox="1"/>
          <p:nvPr>
            <p:ph type="title"/>
          </p:nvPr>
        </p:nvSpPr>
        <p:spPr>
          <a:xfrm>
            <a:off x="1823475" y="338328"/>
            <a:ext cx="5496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Business Intelligence</a:t>
            </a:r>
            <a:endParaRPr/>
          </a:p>
        </p:txBody>
      </p:sp>
      <p:pic>
        <p:nvPicPr>
          <p:cNvPr id="2047" name="Google Shape;2047;p56" title="image.jpg"/>
          <p:cNvPicPr preferRelativeResize="0"/>
          <p:nvPr/>
        </p:nvPicPr>
        <p:blipFill>
          <a:blip r:embed="rId3">
            <a:alphaModFix/>
          </a:blip>
          <a:stretch>
            <a:fillRect/>
          </a:stretch>
        </p:blipFill>
        <p:spPr>
          <a:xfrm>
            <a:off x="1080663" y="911028"/>
            <a:ext cx="6982528" cy="392767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1" name="Shape 2051"/>
        <p:cNvGrpSpPr/>
        <p:nvPr/>
      </p:nvGrpSpPr>
      <p:grpSpPr>
        <a:xfrm>
          <a:off x="0" y="0"/>
          <a:ext cx="0" cy="0"/>
          <a:chOff x="0" y="0"/>
          <a:chExt cx="0" cy="0"/>
        </a:xfrm>
      </p:grpSpPr>
      <p:sp>
        <p:nvSpPr>
          <p:cNvPr id="2052" name="Google Shape;2052;p57"/>
          <p:cNvSpPr txBox="1"/>
          <p:nvPr>
            <p:ph type="title"/>
          </p:nvPr>
        </p:nvSpPr>
        <p:spPr>
          <a:xfrm>
            <a:off x="1823475" y="338328"/>
            <a:ext cx="5496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Relación BBDD, Big Data y la toma de decisiones</a:t>
            </a:r>
            <a:endParaRPr/>
          </a:p>
        </p:txBody>
      </p:sp>
      <p:pic>
        <p:nvPicPr>
          <p:cNvPr id="2053" name="Google Shape;2053;p57" title="Dunn-Fig-3.jpg"/>
          <p:cNvPicPr preferRelativeResize="0"/>
          <p:nvPr/>
        </p:nvPicPr>
        <p:blipFill>
          <a:blip r:embed="rId3">
            <a:alphaModFix/>
          </a:blip>
          <a:stretch>
            <a:fillRect/>
          </a:stretch>
        </p:blipFill>
        <p:spPr>
          <a:xfrm>
            <a:off x="2080762" y="1337000"/>
            <a:ext cx="4982326" cy="35357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7" name="Shape 2057"/>
        <p:cNvGrpSpPr/>
        <p:nvPr/>
      </p:nvGrpSpPr>
      <p:grpSpPr>
        <a:xfrm>
          <a:off x="0" y="0"/>
          <a:ext cx="0" cy="0"/>
          <a:chOff x="0" y="0"/>
          <a:chExt cx="0" cy="0"/>
        </a:xfrm>
      </p:grpSpPr>
      <p:sp>
        <p:nvSpPr>
          <p:cNvPr id="2058" name="Google Shape;2058;p58"/>
          <p:cNvSpPr txBox="1"/>
          <p:nvPr>
            <p:ph type="title"/>
          </p:nvPr>
        </p:nvSpPr>
        <p:spPr>
          <a:xfrm>
            <a:off x="1218150" y="912750"/>
            <a:ext cx="6707700" cy="331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Bibliografía y Referencias</a:t>
            </a:r>
            <a:endParaRPr/>
          </a:p>
        </p:txBody>
      </p:sp>
      <p:sp>
        <p:nvSpPr>
          <p:cNvPr id="2059" name="Google Shape;2059;p58"/>
          <p:cNvSpPr txBox="1"/>
          <p:nvPr>
            <p:ph idx="4294967295" type="title"/>
          </p:nvPr>
        </p:nvSpPr>
        <p:spPr>
          <a:xfrm>
            <a:off x="79475" y="79025"/>
            <a:ext cx="805500" cy="681000"/>
          </a:xfrm>
          <a:prstGeom prst="rect">
            <a:avLst/>
          </a:prstGeom>
          <a:solidFill>
            <a:schemeClr val="dk1"/>
          </a:solidFill>
        </p:spPr>
        <p:txBody>
          <a:bodyPr anchorCtr="0" anchor="t" bIns="91425" lIns="91425" spcFirstLastPara="1" rIns="91425" wrap="square" tIns="91425">
            <a:noAutofit/>
          </a:bodyPr>
          <a:lstStyle/>
          <a:p>
            <a:pPr indent="0" lvl="0" marL="0" rtl="0" algn="ctr">
              <a:spcBef>
                <a:spcPts val="0"/>
              </a:spcBef>
              <a:spcAft>
                <a:spcPts val="0"/>
              </a:spcAft>
              <a:buNone/>
            </a:pPr>
            <a:r>
              <a:rPr lang="en" sz="4200">
                <a:solidFill>
                  <a:schemeClr val="lt1"/>
                </a:solidFill>
              </a:rPr>
              <a:t>7</a:t>
            </a:r>
            <a:endParaRPr sz="4200">
              <a:solidFill>
                <a:schemeClr val="lt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3" name="Shape 2063"/>
        <p:cNvGrpSpPr/>
        <p:nvPr/>
      </p:nvGrpSpPr>
      <p:grpSpPr>
        <a:xfrm>
          <a:off x="0" y="0"/>
          <a:ext cx="0" cy="0"/>
          <a:chOff x="0" y="0"/>
          <a:chExt cx="0" cy="0"/>
        </a:xfrm>
      </p:grpSpPr>
      <p:sp>
        <p:nvSpPr>
          <p:cNvPr id="2064" name="Google Shape;2064;p59"/>
          <p:cNvSpPr txBox="1"/>
          <p:nvPr/>
        </p:nvSpPr>
        <p:spPr>
          <a:xfrm>
            <a:off x="3372850" y="382575"/>
            <a:ext cx="1753500" cy="49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latin typeface="Lexend Medium"/>
                <a:ea typeface="Lexend Medium"/>
                <a:cs typeface="Lexend Medium"/>
                <a:sym typeface="Lexend Medium"/>
              </a:rPr>
              <a:t>JAIRO</a:t>
            </a:r>
            <a:endParaRPr sz="2400">
              <a:latin typeface="Lexend Medium"/>
              <a:ea typeface="Lexend Medium"/>
              <a:cs typeface="Lexend Medium"/>
              <a:sym typeface="Lexend Medium"/>
            </a:endParaRPr>
          </a:p>
        </p:txBody>
      </p:sp>
      <p:sp>
        <p:nvSpPr>
          <p:cNvPr id="2065" name="Google Shape;2065;p59"/>
          <p:cNvSpPr txBox="1"/>
          <p:nvPr/>
        </p:nvSpPr>
        <p:spPr>
          <a:xfrm>
            <a:off x="980500" y="1151624"/>
            <a:ext cx="6538200" cy="245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u="sng">
                <a:solidFill>
                  <a:srgbClr val="4A86E8"/>
                </a:solidFill>
                <a:latin typeface="Times New Roman"/>
                <a:ea typeface="Times New Roman"/>
                <a:cs typeface="Times New Roman"/>
                <a:sym typeface="Times New Roman"/>
                <a:hlinkClick r:id="rId3">
                  <a:extLst>
                    <a:ext uri="{A12FA001-AC4F-418D-AE19-62706E023703}">
                      <ahyp:hlinkClr val="tx"/>
                    </a:ext>
                  </a:extLst>
                </a:hlinkClick>
              </a:rPr>
              <a:t>https://imgv2-2-f.scribdassets.com/img/document/609733005/original/87d09e8d79/1?v=1</a:t>
            </a:r>
            <a:r>
              <a:rPr lang="en" sz="1200">
                <a:latin typeface="Times New Roman"/>
                <a:ea typeface="Times New Roman"/>
                <a:cs typeface="Times New Roman"/>
                <a:sym typeface="Times New Roman"/>
              </a:rPr>
              <a:t> (Sistemas Lógicos de Almacenamiento y Evolución)</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200" u="sng">
                <a:solidFill>
                  <a:srgbClr val="4A86E8"/>
                </a:solidFill>
                <a:latin typeface="Times New Roman"/>
                <a:ea typeface="Times New Roman"/>
                <a:cs typeface="Times New Roman"/>
                <a:sym typeface="Times New Roman"/>
                <a:hlinkClick r:id="rId4">
                  <a:extLst>
                    <a:ext uri="{A12FA001-AC4F-418D-AE19-62706E023703}">
                      <ahyp:hlinkClr val="tx"/>
                    </a:ext>
                  </a:extLst>
                </a:hlinkClick>
              </a:rPr>
              <a:t>https://coda.io/@maria-perez/tema-1-bbdd</a:t>
            </a:r>
            <a:r>
              <a:rPr lang="en" sz="1200">
                <a:latin typeface="Times New Roman"/>
                <a:ea typeface="Times New Roman"/>
                <a:cs typeface="Times New Roman"/>
                <a:sym typeface="Times New Roman"/>
              </a:rPr>
              <a:t> </a:t>
            </a:r>
            <a:r>
              <a:rPr lang="en" sz="1200">
                <a:latin typeface="Times New Roman"/>
                <a:ea typeface="Times New Roman"/>
                <a:cs typeface="Times New Roman"/>
                <a:sym typeface="Times New Roman"/>
              </a:rPr>
              <a:t>(Sistemas Lógicos de Almacenamiento y Evolución)</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200" u="sng">
                <a:solidFill>
                  <a:srgbClr val="4A86E8"/>
                </a:solidFill>
                <a:latin typeface="Times New Roman"/>
                <a:ea typeface="Times New Roman"/>
                <a:cs typeface="Times New Roman"/>
                <a:sym typeface="Times New Roman"/>
                <a:hlinkClick r:id="rId5">
                  <a:extLst>
                    <a:ext uri="{A12FA001-AC4F-418D-AE19-62706E023703}">
                      <ahyp:hlinkClr val="tx"/>
                    </a:ext>
                  </a:extLst>
                </a:hlinkClick>
              </a:rPr>
              <a:t>https://fernandoarciniega.com/wp-content/uploads/Topologias-de-Red-Fernando-Arciniega-Blog.jpg</a:t>
            </a:r>
            <a:r>
              <a:rPr lang="en" sz="1200">
                <a:solidFill>
                  <a:srgbClr val="4A86E8"/>
                </a:solidFill>
                <a:latin typeface="Times New Roman"/>
                <a:ea typeface="Times New Roman"/>
                <a:cs typeface="Times New Roman"/>
                <a:sym typeface="Times New Roman"/>
              </a:rPr>
              <a:t> </a:t>
            </a:r>
            <a:r>
              <a:rPr lang="en" sz="1200">
                <a:latin typeface="Times New Roman"/>
                <a:ea typeface="Times New Roman"/>
                <a:cs typeface="Times New Roman"/>
                <a:sym typeface="Times New Roman"/>
              </a:rPr>
              <a:t>(Clasificación de las bases de datos)</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u="sng">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200" u="sng">
                <a:solidFill>
                  <a:srgbClr val="4A86E8"/>
                </a:solidFill>
                <a:latin typeface="Times New Roman"/>
                <a:ea typeface="Times New Roman"/>
                <a:cs typeface="Times New Roman"/>
                <a:sym typeface="Times New Roman"/>
                <a:hlinkClick r:id="rId6">
                  <a:extLst>
                    <a:ext uri="{A12FA001-AC4F-418D-AE19-62706E023703}">
                      <ahyp:hlinkClr val="tx"/>
                    </a:ext>
                  </a:extLst>
                </a:hlinkClick>
              </a:rPr>
              <a:t>https://www.tecnologias-informacion.com/centralizada.jpe</a:t>
            </a:r>
            <a:r>
              <a:rPr lang="en" sz="1200">
                <a:solidFill>
                  <a:srgbClr val="4A86E8"/>
                </a:solidFill>
                <a:latin typeface="Times New Roman"/>
                <a:ea typeface="Times New Roman"/>
                <a:cs typeface="Times New Roman"/>
                <a:sym typeface="Times New Roman"/>
              </a:rPr>
              <a:t>g</a:t>
            </a:r>
            <a:r>
              <a:rPr lang="en" sz="1200">
                <a:solidFill>
                  <a:srgbClr val="0000FF"/>
                </a:solidFill>
                <a:latin typeface="Times New Roman"/>
                <a:ea typeface="Times New Roman"/>
                <a:cs typeface="Times New Roman"/>
                <a:sym typeface="Times New Roman"/>
              </a:rPr>
              <a:t> </a:t>
            </a:r>
            <a:r>
              <a:rPr lang="en" sz="1200">
                <a:latin typeface="Times New Roman"/>
                <a:ea typeface="Times New Roman"/>
                <a:cs typeface="Times New Roman"/>
                <a:sym typeface="Times New Roman"/>
              </a:rPr>
              <a:t> (Clasificación de las bases de datos)</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9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9" name="Shape 2069"/>
        <p:cNvGrpSpPr/>
        <p:nvPr/>
      </p:nvGrpSpPr>
      <p:grpSpPr>
        <a:xfrm>
          <a:off x="0" y="0"/>
          <a:ext cx="0" cy="0"/>
          <a:chOff x="0" y="0"/>
          <a:chExt cx="0" cy="0"/>
        </a:xfrm>
      </p:grpSpPr>
      <p:sp>
        <p:nvSpPr>
          <p:cNvPr id="2070" name="Google Shape;2070;p60"/>
          <p:cNvSpPr txBox="1"/>
          <p:nvPr/>
        </p:nvSpPr>
        <p:spPr>
          <a:xfrm>
            <a:off x="3695250" y="484825"/>
            <a:ext cx="1753500" cy="49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latin typeface="Lexend Medium"/>
                <a:ea typeface="Lexend Medium"/>
                <a:cs typeface="Lexend Medium"/>
                <a:sym typeface="Lexend Medium"/>
              </a:rPr>
              <a:t>David</a:t>
            </a:r>
            <a:endParaRPr sz="2400">
              <a:latin typeface="Lexend Medium"/>
              <a:ea typeface="Lexend Medium"/>
              <a:cs typeface="Lexend Medium"/>
              <a:sym typeface="Lexend Medium"/>
            </a:endParaRPr>
          </a:p>
        </p:txBody>
      </p:sp>
      <p:sp>
        <p:nvSpPr>
          <p:cNvPr id="2071" name="Google Shape;2071;p60"/>
          <p:cNvSpPr txBox="1"/>
          <p:nvPr/>
        </p:nvSpPr>
        <p:spPr>
          <a:xfrm>
            <a:off x="1111500" y="1132500"/>
            <a:ext cx="6921000" cy="370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u="sng">
                <a:solidFill>
                  <a:srgbClr val="1155CC"/>
                </a:solidFill>
                <a:latin typeface="Times New Roman"/>
                <a:ea typeface="Times New Roman"/>
                <a:cs typeface="Times New Roman"/>
                <a:sym typeface="Times New Roman"/>
                <a:hlinkClick r:id="rId3">
                  <a:extLst>
                    <a:ext uri="{A12FA001-AC4F-418D-AE19-62706E023703}">
                      <ahyp:hlinkClr val="tx"/>
                    </a:ext>
                  </a:extLst>
                </a:hlinkClick>
              </a:rPr>
              <a:t>https://es.wikipedia.org/wiki/Arquitectura_ANSI-SPARC</a:t>
            </a:r>
            <a:r>
              <a:rPr lang="en" sz="1200">
                <a:latin typeface="Times New Roman"/>
                <a:ea typeface="Times New Roman"/>
                <a:cs typeface="Times New Roman"/>
                <a:sym typeface="Times New Roman"/>
              </a:rPr>
              <a:t> (Arquitectura en 3 Niveles (ANSI/SPARC))</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200" u="sng">
                <a:solidFill>
                  <a:srgbClr val="1155CC"/>
                </a:solidFill>
                <a:latin typeface="Times New Roman"/>
                <a:ea typeface="Times New Roman"/>
                <a:cs typeface="Times New Roman"/>
                <a:sym typeface="Times New Roman"/>
                <a:hlinkClick r:id="rId4">
                  <a:extLst>
                    <a:ext uri="{A12FA001-AC4F-418D-AE19-62706E023703}">
                      <ahyp:hlinkClr val="tx"/>
                    </a:ext>
                  </a:extLst>
                </a:hlinkClick>
              </a:rPr>
              <a:t>https://es.wikipedia.org/wiki/Sistema_de_gesti%C3%B3n_de_bases_de_datos</a:t>
            </a:r>
            <a:r>
              <a:rPr lang="en" sz="1200">
                <a:latin typeface="Times New Roman"/>
                <a:ea typeface="Times New Roman"/>
                <a:cs typeface="Times New Roman"/>
                <a:sym typeface="Times New Roman"/>
              </a:rPr>
              <a:t> (SGBD)</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200" u="sng">
                <a:solidFill>
                  <a:srgbClr val="1155CC"/>
                </a:solidFill>
                <a:latin typeface="Times New Roman"/>
                <a:ea typeface="Times New Roman"/>
                <a:cs typeface="Times New Roman"/>
                <a:sym typeface="Times New Roman"/>
                <a:hlinkClick r:id="rId5">
                  <a:extLst>
                    <a:ext uri="{A12FA001-AC4F-418D-AE19-62706E023703}">
                      <ahyp:hlinkClr val="tx"/>
                    </a:ext>
                  </a:extLst>
                </a:hlinkClick>
              </a:rPr>
              <a:t>https://forlopd.es/cuales-son-las-diferencias-entre-lopd-rgpd-y-lopdgdd/</a:t>
            </a:r>
            <a:r>
              <a:rPr lang="en" sz="1200">
                <a:latin typeface="Times New Roman"/>
                <a:ea typeface="Times New Roman"/>
                <a:cs typeface="Times New Roman"/>
                <a:sym typeface="Times New Roman"/>
              </a:rPr>
              <a:t> (LOPDGDD)</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200" u="sng">
                <a:solidFill>
                  <a:srgbClr val="1155CC"/>
                </a:solidFill>
                <a:latin typeface="Times New Roman"/>
                <a:ea typeface="Times New Roman"/>
                <a:cs typeface="Times New Roman"/>
                <a:sym typeface="Times New Roman"/>
                <a:hlinkClick r:id="rId6">
                  <a:extLst>
                    <a:ext uri="{A12FA001-AC4F-418D-AE19-62706E023703}">
                      <ahyp:hlinkClr val="tx"/>
                    </a:ext>
                  </a:extLst>
                </a:hlinkClick>
              </a:rPr>
              <a:t>https://www.boe.es/buscar/pdf/2018/BOE-A-2018-16673-consolidado.pdf</a:t>
            </a:r>
            <a:r>
              <a:rPr lang="en" sz="1200">
                <a:latin typeface="Times New Roman"/>
                <a:ea typeface="Times New Roman"/>
                <a:cs typeface="Times New Roman"/>
                <a:sym typeface="Times New Roman"/>
              </a:rPr>
              <a:t> (LOPDGDD)</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200" u="sng">
                <a:solidFill>
                  <a:srgbClr val="1155CC"/>
                </a:solidFill>
                <a:latin typeface="Times New Roman"/>
                <a:ea typeface="Times New Roman"/>
                <a:cs typeface="Times New Roman"/>
                <a:sym typeface="Times New Roman"/>
                <a:hlinkClick r:id="rId7">
                  <a:extLst>
                    <a:ext uri="{A12FA001-AC4F-418D-AE19-62706E023703}">
                      <ahyp:hlinkClr val="tx"/>
                    </a:ext>
                  </a:extLst>
                </a:hlinkClick>
              </a:rPr>
              <a:t>https://postgrado.ucsp.edu.pe/articulos/que-es-big-data/#:~:text=El%20big%20data%20(datos%20masivos,o%20procesarlos%20de%20manera%20eficiente</a:t>
            </a:r>
            <a:r>
              <a:rPr lang="en" sz="1200">
                <a:latin typeface="Times New Roman"/>
                <a:ea typeface="Times New Roman"/>
                <a:cs typeface="Times New Roman"/>
                <a:sym typeface="Times New Roman"/>
              </a:rPr>
              <a:t>. (BIG DATA)</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200" u="sng">
                <a:solidFill>
                  <a:srgbClr val="1155CC"/>
                </a:solidFill>
                <a:latin typeface="Times New Roman"/>
                <a:ea typeface="Times New Roman"/>
                <a:cs typeface="Times New Roman"/>
                <a:sym typeface="Times New Roman"/>
                <a:hlinkClick r:id="rId8">
                  <a:extLst>
                    <a:ext uri="{A12FA001-AC4F-418D-AE19-62706E023703}">
                      <ahyp:hlinkClr val="tx"/>
                    </a:ext>
                  </a:extLst>
                </a:hlinkClick>
              </a:rPr>
              <a:t>https://www.tableau.com/es-es/business-intelligence/what-is-business-intelligence</a:t>
            </a:r>
            <a:r>
              <a:rPr lang="en" sz="1200">
                <a:latin typeface="Times New Roman"/>
                <a:ea typeface="Times New Roman"/>
                <a:cs typeface="Times New Roman"/>
                <a:sym typeface="Times New Roman"/>
              </a:rPr>
              <a:t> (BI)</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200" u="sng">
                <a:solidFill>
                  <a:srgbClr val="1155CC"/>
                </a:solidFill>
                <a:latin typeface="Times New Roman"/>
                <a:ea typeface="Times New Roman"/>
                <a:cs typeface="Times New Roman"/>
                <a:sym typeface="Times New Roman"/>
                <a:hlinkClick r:id="rId9">
                  <a:extLst>
                    <a:ext uri="{A12FA001-AC4F-418D-AE19-62706E023703}">
                      <ahyp:hlinkClr val="tx"/>
                    </a:ext>
                  </a:extLst>
                </a:hlinkClick>
              </a:rPr>
              <a:t>https://universidadeuropea.com/blog/big-data-toma-decisiones/</a:t>
            </a:r>
            <a:r>
              <a:rPr lang="en" sz="1200">
                <a:latin typeface="Times New Roman"/>
                <a:ea typeface="Times New Roman"/>
                <a:cs typeface="Times New Roman"/>
                <a:sym typeface="Times New Roman"/>
              </a:rPr>
              <a:t> (TOMA DE DECISIONES)</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200" u="sng">
                <a:solidFill>
                  <a:srgbClr val="1155CC"/>
                </a:solidFill>
                <a:latin typeface="Times New Roman"/>
                <a:ea typeface="Times New Roman"/>
                <a:cs typeface="Times New Roman"/>
                <a:sym typeface="Times New Roman"/>
                <a:hlinkClick r:id="rId10">
                  <a:extLst>
                    <a:ext uri="{A12FA001-AC4F-418D-AE19-62706E023703}">
                      <ahyp:hlinkClr val="tx"/>
                    </a:ext>
                  </a:extLst>
                </a:hlinkClick>
              </a:rPr>
              <a:t>https://kinesisco.com/la-importancia-del-big-data-para-la-toma-de-decisiones-empresariales/</a:t>
            </a:r>
            <a:r>
              <a:rPr lang="en" sz="1200">
                <a:latin typeface="Times New Roman"/>
                <a:ea typeface="Times New Roman"/>
                <a:cs typeface="Times New Roman"/>
                <a:sym typeface="Times New Roman"/>
              </a:rPr>
              <a:t> (TOMA DE DECISIONES)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